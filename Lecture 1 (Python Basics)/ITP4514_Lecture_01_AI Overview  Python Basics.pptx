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261" r:id="rId2"/>
    <p:sldId id="257" r:id="rId3"/>
    <p:sldId id="262" r:id="rId4"/>
    <p:sldId id="263" r:id="rId5"/>
    <p:sldId id="344" r:id="rId6"/>
    <p:sldId id="347" r:id="rId7"/>
    <p:sldId id="382" r:id="rId8"/>
    <p:sldId id="384" r:id="rId9"/>
    <p:sldId id="385" r:id="rId10"/>
    <p:sldId id="528" r:id="rId11"/>
    <p:sldId id="529" r:id="rId12"/>
    <p:sldId id="535" r:id="rId13"/>
    <p:sldId id="533" r:id="rId14"/>
    <p:sldId id="534" r:id="rId15"/>
    <p:sldId id="350" r:id="rId16"/>
    <p:sldId id="351" r:id="rId17"/>
    <p:sldId id="354" r:id="rId18"/>
    <p:sldId id="376" r:id="rId19"/>
    <p:sldId id="377" r:id="rId20"/>
    <p:sldId id="378" r:id="rId21"/>
    <p:sldId id="379" r:id="rId22"/>
    <p:sldId id="530" r:id="rId23"/>
    <p:sldId id="531" r:id="rId24"/>
    <p:sldId id="532" r:id="rId25"/>
    <p:sldId id="518" r:id="rId26"/>
    <p:sldId id="519" r:id="rId27"/>
    <p:sldId id="272" r:id="rId28"/>
    <p:sldId id="520" r:id="rId29"/>
    <p:sldId id="521" r:id="rId30"/>
    <p:sldId id="522" r:id="rId31"/>
    <p:sldId id="523" r:id="rId32"/>
    <p:sldId id="524" r:id="rId33"/>
    <p:sldId id="264" r:id="rId34"/>
    <p:sldId id="259" r:id="rId35"/>
    <p:sldId id="271" r:id="rId36"/>
    <p:sldId id="274" r:id="rId37"/>
    <p:sldId id="275" r:id="rId38"/>
    <p:sldId id="276" r:id="rId39"/>
    <p:sldId id="277" r:id="rId40"/>
    <p:sldId id="278" r:id="rId41"/>
    <p:sldId id="279" r:id="rId42"/>
    <p:sldId id="268" r:id="rId43"/>
    <p:sldId id="269" r:id="rId44"/>
    <p:sldId id="527" r:id="rId45"/>
    <p:sldId id="280" r:id="rId46"/>
    <p:sldId id="281" r:id="rId47"/>
    <p:sldId id="508" r:id="rId48"/>
    <p:sldId id="509" r:id="rId49"/>
    <p:sldId id="510" r:id="rId50"/>
    <p:sldId id="511" r:id="rId51"/>
    <p:sldId id="512" r:id="rId52"/>
    <p:sldId id="513" r:id="rId53"/>
    <p:sldId id="526" r:id="rId54"/>
    <p:sldId id="514" r:id="rId55"/>
    <p:sldId id="525" r:id="rId56"/>
    <p:sldId id="515" r:id="rId57"/>
    <p:sldId id="336" r:id="rId58"/>
    <p:sldId id="323" r:id="rId5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01FF"/>
    <a:srgbClr val="6C1A00"/>
    <a:srgbClr val="C79E37"/>
    <a:srgbClr val="202E54"/>
    <a:srgbClr val="FF2549"/>
    <a:srgbClr val="1D3A00"/>
    <a:srgbClr val="007033"/>
    <a:srgbClr val="5EEC3C"/>
    <a:srgbClr val="9900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0"/>
  </p:normalViewPr>
  <p:slideViewPr>
    <p:cSldViewPr>
      <p:cViewPr varScale="1">
        <p:scale>
          <a:sx n="124" d="100"/>
          <a:sy n="124" d="100"/>
        </p:scale>
        <p:origin x="88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" userId="4f9b9414-db4c-428a-a76a-046e7c2b65fb" providerId="ADAL" clId="{E15A39A2-4102-405D-A8A6-193C77F95E9F}"/>
    <pc:docChg chg="modSld">
      <pc:chgData name="David HO" userId="4f9b9414-db4c-428a-a76a-046e7c2b65fb" providerId="ADAL" clId="{E15A39A2-4102-405D-A8A6-193C77F95E9F}" dt="2024-09-05T03:23:37.985" v="3" actId="20577"/>
      <pc:docMkLst>
        <pc:docMk/>
      </pc:docMkLst>
      <pc:sldChg chg="modSp mod">
        <pc:chgData name="David HO" userId="4f9b9414-db4c-428a-a76a-046e7c2b65fb" providerId="ADAL" clId="{E15A39A2-4102-405D-A8A6-193C77F95E9F}" dt="2024-09-05T03:23:37.985" v="3" actId="20577"/>
        <pc:sldMkLst>
          <pc:docMk/>
          <pc:sldMk cId="2819291526" sldId="261"/>
        </pc:sldMkLst>
        <pc:spChg chg="mod">
          <ac:chgData name="David HO" userId="4f9b9414-db4c-428a-a76a-046e7c2b65fb" providerId="ADAL" clId="{E15A39A2-4102-405D-A8A6-193C77F95E9F}" dt="2024-09-05T03:23:37.985" v="3" actId="20577"/>
          <ac:spMkLst>
            <pc:docMk/>
            <pc:sldMk cId="2819291526" sldId="26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18F0AA-0D3B-4FAA-8117-B8877A452018}" type="doc">
      <dgm:prSet loTypeId="urn:microsoft.com/office/officeart/2008/layout/RadialCluster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319EB16-DDBA-42B4-A33A-6B7241789C90}">
      <dgm:prSet phldrT="[Text]" custT="1"/>
      <dgm:spPr/>
      <dgm:t>
        <a:bodyPr/>
        <a:lstStyle/>
        <a:p>
          <a:r>
            <a:rPr lang="en-US" sz="2400" b="1" dirty="0"/>
            <a:t>Artificial Intelligence</a:t>
          </a:r>
        </a:p>
      </dgm:t>
    </dgm:pt>
    <dgm:pt modelId="{5CEA61F8-BFC2-4806-A769-BC712A2C2309}" type="parTrans" cxnId="{5D2B6FDA-B7DC-48CC-A61F-F2FB213845E4}">
      <dgm:prSet/>
      <dgm:spPr/>
      <dgm:t>
        <a:bodyPr/>
        <a:lstStyle/>
        <a:p>
          <a:endParaRPr lang="en-US"/>
        </a:p>
      </dgm:t>
    </dgm:pt>
    <dgm:pt modelId="{097100B3-5B76-409A-9396-868647F0AA94}" type="sibTrans" cxnId="{5D2B6FDA-B7DC-48CC-A61F-F2FB213845E4}">
      <dgm:prSet/>
      <dgm:spPr/>
      <dgm:t>
        <a:bodyPr/>
        <a:lstStyle/>
        <a:p>
          <a:endParaRPr lang="en-US"/>
        </a:p>
      </dgm:t>
    </dgm:pt>
    <dgm:pt modelId="{B673A777-E93C-4FA7-9431-6AAB9E3BF90B}">
      <dgm:prSet phldrT="[Text]" custT="1"/>
      <dgm:spPr/>
      <dgm:t>
        <a:bodyPr/>
        <a:lstStyle/>
        <a:p>
          <a:r>
            <a:rPr lang="en-US" sz="1800" dirty="0"/>
            <a:t>Machine Learning</a:t>
          </a:r>
        </a:p>
      </dgm:t>
    </dgm:pt>
    <dgm:pt modelId="{3BBDC33D-90AB-4221-ACE4-16A7D69E3C60}" type="parTrans" cxnId="{41872DA6-0489-454E-80CA-0C97FE2DCA32}">
      <dgm:prSet/>
      <dgm:spPr/>
      <dgm:t>
        <a:bodyPr/>
        <a:lstStyle/>
        <a:p>
          <a:endParaRPr lang="en-US"/>
        </a:p>
      </dgm:t>
    </dgm:pt>
    <dgm:pt modelId="{A680E8B9-445F-43DB-90CC-13AA7DCC7940}" type="sibTrans" cxnId="{41872DA6-0489-454E-80CA-0C97FE2DCA32}">
      <dgm:prSet/>
      <dgm:spPr/>
      <dgm:t>
        <a:bodyPr/>
        <a:lstStyle/>
        <a:p>
          <a:endParaRPr lang="en-US"/>
        </a:p>
      </dgm:t>
    </dgm:pt>
    <dgm:pt modelId="{89FC8884-461C-4442-AE64-5DCCBCB5F5C6}">
      <dgm:prSet custT="1"/>
      <dgm:spPr/>
      <dgm:t>
        <a:bodyPr/>
        <a:lstStyle/>
        <a:p>
          <a:r>
            <a:rPr lang="en-US" sz="1600" dirty="0"/>
            <a:t>Natural Language Processing</a:t>
          </a:r>
        </a:p>
      </dgm:t>
    </dgm:pt>
    <dgm:pt modelId="{1C6F4701-5DB1-469D-87B0-D11641D5705D}" type="parTrans" cxnId="{040730CA-019A-44D9-9E1E-91D94020F7EA}">
      <dgm:prSet/>
      <dgm:spPr/>
      <dgm:t>
        <a:bodyPr/>
        <a:lstStyle/>
        <a:p>
          <a:endParaRPr lang="en-US"/>
        </a:p>
      </dgm:t>
    </dgm:pt>
    <dgm:pt modelId="{E100A652-5329-4F93-AB74-A2560728CE32}" type="sibTrans" cxnId="{040730CA-019A-44D9-9E1E-91D94020F7EA}">
      <dgm:prSet/>
      <dgm:spPr/>
      <dgm:t>
        <a:bodyPr/>
        <a:lstStyle/>
        <a:p>
          <a:endParaRPr lang="en-US"/>
        </a:p>
      </dgm:t>
    </dgm:pt>
    <dgm:pt modelId="{F1724687-2904-44E7-B3F9-A9976BC02BF6}">
      <dgm:prSet custT="1"/>
      <dgm:spPr/>
      <dgm:t>
        <a:bodyPr/>
        <a:lstStyle/>
        <a:p>
          <a:r>
            <a:rPr lang="en-US" sz="1800" dirty="0"/>
            <a:t>Expert Systems</a:t>
          </a:r>
        </a:p>
      </dgm:t>
    </dgm:pt>
    <dgm:pt modelId="{4D7D8349-0069-4807-83B0-8C5A30294CE9}" type="parTrans" cxnId="{5AEE8E5E-3ABE-4CB0-B087-EA37AB340F49}">
      <dgm:prSet/>
      <dgm:spPr/>
      <dgm:t>
        <a:bodyPr/>
        <a:lstStyle/>
        <a:p>
          <a:endParaRPr lang="en-US"/>
        </a:p>
      </dgm:t>
    </dgm:pt>
    <dgm:pt modelId="{53F25A95-ADBD-492B-BA80-C735E15AA38C}" type="sibTrans" cxnId="{5AEE8E5E-3ABE-4CB0-B087-EA37AB340F49}">
      <dgm:prSet/>
      <dgm:spPr/>
      <dgm:t>
        <a:bodyPr/>
        <a:lstStyle/>
        <a:p>
          <a:endParaRPr lang="en-US"/>
        </a:p>
      </dgm:t>
    </dgm:pt>
    <dgm:pt modelId="{855D2FF6-295B-4621-B5D4-F97B39B2509E}">
      <dgm:prSet custT="1"/>
      <dgm:spPr/>
      <dgm:t>
        <a:bodyPr/>
        <a:lstStyle/>
        <a:p>
          <a:r>
            <a:rPr lang="en-US" sz="1800" dirty="0"/>
            <a:t>Neural Networks</a:t>
          </a:r>
        </a:p>
      </dgm:t>
    </dgm:pt>
    <dgm:pt modelId="{4F42AEAA-700A-4658-93C8-63EB87716633}" type="parTrans" cxnId="{2811D97D-0810-432D-88DA-EE30BC6E5B28}">
      <dgm:prSet/>
      <dgm:spPr/>
      <dgm:t>
        <a:bodyPr/>
        <a:lstStyle/>
        <a:p>
          <a:endParaRPr lang="en-US"/>
        </a:p>
      </dgm:t>
    </dgm:pt>
    <dgm:pt modelId="{47A08B26-8B79-4686-B5C5-45471015AC59}" type="sibTrans" cxnId="{2811D97D-0810-432D-88DA-EE30BC6E5B28}">
      <dgm:prSet/>
      <dgm:spPr/>
      <dgm:t>
        <a:bodyPr/>
        <a:lstStyle/>
        <a:p>
          <a:endParaRPr lang="en-US"/>
        </a:p>
      </dgm:t>
    </dgm:pt>
    <dgm:pt modelId="{070AF311-FD92-487F-A26C-F2E9F7C6628B}">
      <dgm:prSet custT="1"/>
      <dgm:spPr/>
      <dgm:t>
        <a:bodyPr/>
        <a:lstStyle/>
        <a:p>
          <a:r>
            <a:rPr lang="en-US" sz="1800" dirty="0"/>
            <a:t>Robotics</a:t>
          </a:r>
        </a:p>
      </dgm:t>
    </dgm:pt>
    <dgm:pt modelId="{EB74D34C-FFC5-4378-A532-526565F5F350}" type="parTrans" cxnId="{B9C477FD-2865-46C3-BDEE-4D6ED80432C9}">
      <dgm:prSet/>
      <dgm:spPr/>
      <dgm:t>
        <a:bodyPr/>
        <a:lstStyle/>
        <a:p>
          <a:endParaRPr lang="en-US"/>
        </a:p>
      </dgm:t>
    </dgm:pt>
    <dgm:pt modelId="{FABD304B-9E61-409B-9037-0D01C4C654EA}" type="sibTrans" cxnId="{B9C477FD-2865-46C3-BDEE-4D6ED80432C9}">
      <dgm:prSet/>
      <dgm:spPr/>
      <dgm:t>
        <a:bodyPr/>
        <a:lstStyle/>
        <a:p>
          <a:endParaRPr lang="en-US"/>
        </a:p>
      </dgm:t>
    </dgm:pt>
    <dgm:pt modelId="{173A6A19-5A04-4608-A26B-333981C2A00F}">
      <dgm:prSet custT="1"/>
      <dgm:spPr/>
      <dgm:t>
        <a:bodyPr/>
        <a:lstStyle/>
        <a:p>
          <a:r>
            <a:rPr lang="en-US" sz="1800" dirty="0"/>
            <a:t>Computer Vision</a:t>
          </a:r>
        </a:p>
      </dgm:t>
    </dgm:pt>
    <dgm:pt modelId="{7B57B26A-E87D-4B26-8CF0-5E345FC3ED92}" type="parTrans" cxnId="{1710A3F1-A8BF-4095-A7F0-BD7D475F6BCF}">
      <dgm:prSet/>
      <dgm:spPr/>
      <dgm:t>
        <a:bodyPr/>
        <a:lstStyle/>
        <a:p>
          <a:endParaRPr lang="en-US"/>
        </a:p>
      </dgm:t>
    </dgm:pt>
    <dgm:pt modelId="{85AC8649-798E-4A58-A2FF-75ABC1A03164}" type="sibTrans" cxnId="{1710A3F1-A8BF-4095-A7F0-BD7D475F6BCF}">
      <dgm:prSet/>
      <dgm:spPr/>
      <dgm:t>
        <a:bodyPr/>
        <a:lstStyle/>
        <a:p>
          <a:endParaRPr lang="en-US"/>
        </a:p>
      </dgm:t>
    </dgm:pt>
    <dgm:pt modelId="{F033F25D-3773-4EA5-AD03-DB185C5B98F1}" type="pres">
      <dgm:prSet presAssocID="{7E18F0AA-0D3B-4FAA-8117-B8877A45201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E6AB949-C344-4524-8CF8-2495F55B7056}" type="pres">
      <dgm:prSet presAssocID="{1319EB16-DDBA-42B4-A33A-6B7241789C90}" presName="singleCycle" presStyleCnt="0"/>
      <dgm:spPr/>
    </dgm:pt>
    <dgm:pt modelId="{B47B58D2-7053-4B6B-BB8C-87FAC8F4F0A9}" type="pres">
      <dgm:prSet presAssocID="{1319EB16-DDBA-42B4-A33A-6B7241789C90}" presName="singleCenter" presStyleLbl="node1" presStyleIdx="0" presStyleCnt="7" custScaleX="175466">
        <dgm:presLayoutVars>
          <dgm:chMax val="7"/>
          <dgm:chPref val="7"/>
        </dgm:presLayoutVars>
      </dgm:prSet>
      <dgm:spPr/>
    </dgm:pt>
    <dgm:pt modelId="{EFD0C169-9CBC-4604-96D4-E520A0C82A8E}" type="pres">
      <dgm:prSet presAssocID="{3BBDC33D-90AB-4221-ACE4-16A7D69E3C60}" presName="Name56" presStyleLbl="parChTrans1D2" presStyleIdx="0" presStyleCnt="6"/>
      <dgm:spPr/>
    </dgm:pt>
    <dgm:pt modelId="{290A9126-BAF0-4868-85E0-D579CA76F454}" type="pres">
      <dgm:prSet presAssocID="{B673A777-E93C-4FA7-9431-6AAB9E3BF90B}" presName="text0" presStyleLbl="node1" presStyleIdx="1" presStyleCnt="7" custScaleX="282840" custScaleY="104756">
        <dgm:presLayoutVars>
          <dgm:bulletEnabled val="1"/>
        </dgm:presLayoutVars>
      </dgm:prSet>
      <dgm:spPr/>
    </dgm:pt>
    <dgm:pt modelId="{7DB12689-8006-41BE-93F6-B1572F360EB3}" type="pres">
      <dgm:prSet presAssocID="{1C6F4701-5DB1-469D-87B0-D11641D5705D}" presName="Name56" presStyleLbl="parChTrans1D2" presStyleIdx="1" presStyleCnt="6"/>
      <dgm:spPr/>
    </dgm:pt>
    <dgm:pt modelId="{1A9A25FC-A182-4C05-B47F-6B5C086314EB}" type="pres">
      <dgm:prSet presAssocID="{89FC8884-461C-4442-AE64-5DCCBCB5F5C6}" presName="text0" presStyleLbl="node1" presStyleIdx="2" presStyleCnt="7" custScaleX="282840" custScaleY="104756" custRadScaleRad="163862" custRadScaleInc="53798">
        <dgm:presLayoutVars>
          <dgm:bulletEnabled val="1"/>
        </dgm:presLayoutVars>
      </dgm:prSet>
      <dgm:spPr/>
    </dgm:pt>
    <dgm:pt modelId="{14F30E49-BECA-412D-9692-FF992B4043D9}" type="pres">
      <dgm:prSet presAssocID="{4D7D8349-0069-4807-83B0-8C5A30294CE9}" presName="Name56" presStyleLbl="parChTrans1D2" presStyleIdx="2" presStyleCnt="6"/>
      <dgm:spPr/>
    </dgm:pt>
    <dgm:pt modelId="{4E9F20EF-238E-4836-9D2D-1D83C3FF4F38}" type="pres">
      <dgm:prSet presAssocID="{F1724687-2904-44E7-B3F9-A9976BC02BF6}" presName="text0" presStyleLbl="node1" presStyleIdx="3" presStyleCnt="7" custScaleX="282840" custScaleY="104756" custRadScaleRad="167013" custRadScaleInc="-40940">
        <dgm:presLayoutVars>
          <dgm:bulletEnabled val="1"/>
        </dgm:presLayoutVars>
      </dgm:prSet>
      <dgm:spPr/>
    </dgm:pt>
    <dgm:pt modelId="{E2F6D357-DC4D-4BC7-96FF-A31F69077B80}" type="pres">
      <dgm:prSet presAssocID="{4F42AEAA-700A-4658-93C8-63EB87716633}" presName="Name56" presStyleLbl="parChTrans1D2" presStyleIdx="3" presStyleCnt="6"/>
      <dgm:spPr/>
    </dgm:pt>
    <dgm:pt modelId="{D09D4EE0-DC29-45C2-83AC-F953979EA96B}" type="pres">
      <dgm:prSet presAssocID="{855D2FF6-295B-4621-B5D4-F97B39B2509E}" presName="text0" presStyleLbl="node1" presStyleIdx="4" presStyleCnt="7" custScaleX="282840" custScaleY="104756">
        <dgm:presLayoutVars>
          <dgm:bulletEnabled val="1"/>
        </dgm:presLayoutVars>
      </dgm:prSet>
      <dgm:spPr/>
    </dgm:pt>
    <dgm:pt modelId="{FE02E987-6B59-4C80-A025-38EE8D8DF256}" type="pres">
      <dgm:prSet presAssocID="{EB74D34C-FFC5-4378-A532-526565F5F350}" presName="Name56" presStyleLbl="parChTrans1D2" presStyleIdx="4" presStyleCnt="6"/>
      <dgm:spPr/>
    </dgm:pt>
    <dgm:pt modelId="{560B235C-99D1-4354-858A-434D2E726D15}" type="pres">
      <dgm:prSet presAssocID="{070AF311-FD92-487F-A26C-F2E9F7C6628B}" presName="text0" presStyleLbl="node1" presStyleIdx="5" presStyleCnt="7" custScaleX="282840" custScaleY="104756" custRadScaleRad="167113" custRadScaleInc="41968">
        <dgm:presLayoutVars>
          <dgm:bulletEnabled val="1"/>
        </dgm:presLayoutVars>
      </dgm:prSet>
      <dgm:spPr/>
    </dgm:pt>
    <dgm:pt modelId="{C289D86B-93AF-4CF1-9D1D-F196D35E7F72}" type="pres">
      <dgm:prSet presAssocID="{7B57B26A-E87D-4B26-8CF0-5E345FC3ED92}" presName="Name56" presStyleLbl="parChTrans1D2" presStyleIdx="5" presStyleCnt="6"/>
      <dgm:spPr/>
    </dgm:pt>
    <dgm:pt modelId="{3941B80F-A23A-4B44-AFD2-1A1F4353BFF3}" type="pres">
      <dgm:prSet presAssocID="{173A6A19-5A04-4608-A26B-333981C2A00F}" presName="text0" presStyleLbl="node1" presStyleIdx="6" presStyleCnt="7" custScaleX="282840" custScaleY="104756" custRadScaleRad="164622" custRadScaleInc="-52038">
        <dgm:presLayoutVars>
          <dgm:bulletEnabled val="1"/>
        </dgm:presLayoutVars>
      </dgm:prSet>
      <dgm:spPr/>
    </dgm:pt>
  </dgm:ptLst>
  <dgm:cxnLst>
    <dgm:cxn modelId="{22D80C06-4E8B-4581-85DC-AE7AC76CC895}" type="presOf" srcId="{070AF311-FD92-487F-A26C-F2E9F7C6628B}" destId="{560B235C-99D1-4354-858A-434D2E726D15}" srcOrd="0" destOrd="0" presId="urn:microsoft.com/office/officeart/2008/layout/RadialCluster"/>
    <dgm:cxn modelId="{DAC11B0E-7BE9-4C9C-9EC1-906CF5160D9D}" type="presOf" srcId="{1C6F4701-5DB1-469D-87B0-D11641D5705D}" destId="{7DB12689-8006-41BE-93F6-B1572F360EB3}" srcOrd="0" destOrd="0" presId="urn:microsoft.com/office/officeart/2008/layout/RadialCluster"/>
    <dgm:cxn modelId="{B14C1038-E093-4D94-85A9-0BCD3B1611E9}" type="presOf" srcId="{173A6A19-5A04-4608-A26B-333981C2A00F}" destId="{3941B80F-A23A-4B44-AFD2-1A1F4353BFF3}" srcOrd="0" destOrd="0" presId="urn:microsoft.com/office/officeart/2008/layout/RadialCluster"/>
    <dgm:cxn modelId="{8AC37D39-0DF5-4D22-8EA5-4253F9E764EC}" type="presOf" srcId="{4D7D8349-0069-4807-83B0-8C5A30294CE9}" destId="{14F30E49-BECA-412D-9692-FF992B4043D9}" srcOrd="0" destOrd="0" presId="urn:microsoft.com/office/officeart/2008/layout/RadialCluster"/>
    <dgm:cxn modelId="{5AEE8E5E-3ABE-4CB0-B087-EA37AB340F49}" srcId="{1319EB16-DDBA-42B4-A33A-6B7241789C90}" destId="{F1724687-2904-44E7-B3F9-A9976BC02BF6}" srcOrd="2" destOrd="0" parTransId="{4D7D8349-0069-4807-83B0-8C5A30294CE9}" sibTransId="{53F25A95-ADBD-492B-BA80-C735E15AA38C}"/>
    <dgm:cxn modelId="{E5BC3069-2C9F-4642-B309-7B5B375BEE86}" type="presOf" srcId="{855D2FF6-295B-4621-B5D4-F97B39B2509E}" destId="{D09D4EE0-DC29-45C2-83AC-F953979EA96B}" srcOrd="0" destOrd="0" presId="urn:microsoft.com/office/officeart/2008/layout/RadialCluster"/>
    <dgm:cxn modelId="{FCA48350-AEFA-4981-A32C-FC203043A563}" type="presOf" srcId="{4F42AEAA-700A-4658-93C8-63EB87716633}" destId="{E2F6D357-DC4D-4BC7-96FF-A31F69077B80}" srcOrd="0" destOrd="0" presId="urn:microsoft.com/office/officeart/2008/layout/RadialCluster"/>
    <dgm:cxn modelId="{8E2D2D72-4BC3-49A2-8043-DC7ADEC11A69}" type="presOf" srcId="{F1724687-2904-44E7-B3F9-A9976BC02BF6}" destId="{4E9F20EF-238E-4836-9D2D-1D83C3FF4F38}" srcOrd="0" destOrd="0" presId="urn:microsoft.com/office/officeart/2008/layout/RadialCluster"/>
    <dgm:cxn modelId="{81B19852-DBD6-4131-AFE3-F84EFD874A2A}" type="presOf" srcId="{7E18F0AA-0D3B-4FAA-8117-B8877A452018}" destId="{F033F25D-3773-4EA5-AD03-DB185C5B98F1}" srcOrd="0" destOrd="0" presId="urn:microsoft.com/office/officeart/2008/layout/RadialCluster"/>
    <dgm:cxn modelId="{2811D97D-0810-432D-88DA-EE30BC6E5B28}" srcId="{1319EB16-DDBA-42B4-A33A-6B7241789C90}" destId="{855D2FF6-295B-4621-B5D4-F97B39B2509E}" srcOrd="3" destOrd="0" parTransId="{4F42AEAA-700A-4658-93C8-63EB87716633}" sibTransId="{47A08B26-8B79-4686-B5C5-45471015AC59}"/>
    <dgm:cxn modelId="{41872DA6-0489-454E-80CA-0C97FE2DCA32}" srcId="{1319EB16-DDBA-42B4-A33A-6B7241789C90}" destId="{B673A777-E93C-4FA7-9431-6AAB9E3BF90B}" srcOrd="0" destOrd="0" parTransId="{3BBDC33D-90AB-4221-ACE4-16A7D69E3C60}" sibTransId="{A680E8B9-445F-43DB-90CC-13AA7DCC7940}"/>
    <dgm:cxn modelId="{483EC5B9-F028-47E3-8759-EBD16103D84D}" type="presOf" srcId="{1319EB16-DDBA-42B4-A33A-6B7241789C90}" destId="{B47B58D2-7053-4B6B-BB8C-87FAC8F4F0A9}" srcOrd="0" destOrd="0" presId="urn:microsoft.com/office/officeart/2008/layout/RadialCluster"/>
    <dgm:cxn modelId="{162A47BD-30E6-4ACE-993E-37B454B85C56}" type="presOf" srcId="{7B57B26A-E87D-4B26-8CF0-5E345FC3ED92}" destId="{C289D86B-93AF-4CF1-9D1D-F196D35E7F72}" srcOrd="0" destOrd="0" presId="urn:microsoft.com/office/officeart/2008/layout/RadialCluster"/>
    <dgm:cxn modelId="{040730CA-019A-44D9-9E1E-91D94020F7EA}" srcId="{1319EB16-DDBA-42B4-A33A-6B7241789C90}" destId="{89FC8884-461C-4442-AE64-5DCCBCB5F5C6}" srcOrd="1" destOrd="0" parTransId="{1C6F4701-5DB1-469D-87B0-D11641D5705D}" sibTransId="{E100A652-5329-4F93-AB74-A2560728CE32}"/>
    <dgm:cxn modelId="{4A9911CF-012C-42E3-9706-1F420029ABD8}" type="presOf" srcId="{89FC8884-461C-4442-AE64-5DCCBCB5F5C6}" destId="{1A9A25FC-A182-4C05-B47F-6B5C086314EB}" srcOrd="0" destOrd="0" presId="urn:microsoft.com/office/officeart/2008/layout/RadialCluster"/>
    <dgm:cxn modelId="{5D2B6FDA-B7DC-48CC-A61F-F2FB213845E4}" srcId="{7E18F0AA-0D3B-4FAA-8117-B8877A452018}" destId="{1319EB16-DDBA-42B4-A33A-6B7241789C90}" srcOrd="0" destOrd="0" parTransId="{5CEA61F8-BFC2-4806-A769-BC712A2C2309}" sibTransId="{097100B3-5B76-409A-9396-868647F0AA94}"/>
    <dgm:cxn modelId="{9D37E6EA-A3DB-4012-B2D0-AA048BF9B55F}" type="presOf" srcId="{B673A777-E93C-4FA7-9431-6AAB9E3BF90B}" destId="{290A9126-BAF0-4868-85E0-D579CA76F454}" srcOrd="0" destOrd="0" presId="urn:microsoft.com/office/officeart/2008/layout/RadialCluster"/>
    <dgm:cxn modelId="{E2CC50F1-A928-44C4-8B37-A2B364C0E37A}" type="presOf" srcId="{EB74D34C-FFC5-4378-A532-526565F5F350}" destId="{FE02E987-6B59-4C80-A025-38EE8D8DF256}" srcOrd="0" destOrd="0" presId="urn:microsoft.com/office/officeart/2008/layout/RadialCluster"/>
    <dgm:cxn modelId="{1710A3F1-A8BF-4095-A7F0-BD7D475F6BCF}" srcId="{1319EB16-DDBA-42B4-A33A-6B7241789C90}" destId="{173A6A19-5A04-4608-A26B-333981C2A00F}" srcOrd="5" destOrd="0" parTransId="{7B57B26A-E87D-4B26-8CF0-5E345FC3ED92}" sibTransId="{85AC8649-798E-4A58-A2FF-75ABC1A03164}"/>
    <dgm:cxn modelId="{B9C477FD-2865-46C3-BDEE-4D6ED80432C9}" srcId="{1319EB16-DDBA-42B4-A33A-6B7241789C90}" destId="{070AF311-FD92-487F-A26C-F2E9F7C6628B}" srcOrd="4" destOrd="0" parTransId="{EB74D34C-FFC5-4378-A532-526565F5F350}" sibTransId="{FABD304B-9E61-409B-9037-0D01C4C654EA}"/>
    <dgm:cxn modelId="{1B3603FE-7439-4706-91E6-2C0F729E0950}" type="presOf" srcId="{3BBDC33D-90AB-4221-ACE4-16A7D69E3C60}" destId="{EFD0C169-9CBC-4604-96D4-E520A0C82A8E}" srcOrd="0" destOrd="0" presId="urn:microsoft.com/office/officeart/2008/layout/RadialCluster"/>
    <dgm:cxn modelId="{F67D6B4D-4DD0-452E-BF53-AEC68DB10818}" type="presParOf" srcId="{F033F25D-3773-4EA5-AD03-DB185C5B98F1}" destId="{9E6AB949-C344-4524-8CF8-2495F55B7056}" srcOrd="0" destOrd="0" presId="urn:microsoft.com/office/officeart/2008/layout/RadialCluster"/>
    <dgm:cxn modelId="{68DED951-E8A4-4CBF-A850-AA66199EBDBC}" type="presParOf" srcId="{9E6AB949-C344-4524-8CF8-2495F55B7056}" destId="{B47B58D2-7053-4B6B-BB8C-87FAC8F4F0A9}" srcOrd="0" destOrd="0" presId="urn:microsoft.com/office/officeart/2008/layout/RadialCluster"/>
    <dgm:cxn modelId="{7FCA6D54-AB3E-421A-8D68-F2708EA11F7C}" type="presParOf" srcId="{9E6AB949-C344-4524-8CF8-2495F55B7056}" destId="{EFD0C169-9CBC-4604-96D4-E520A0C82A8E}" srcOrd="1" destOrd="0" presId="urn:microsoft.com/office/officeart/2008/layout/RadialCluster"/>
    <dgm:cxn modelId="{231902E2-9095-4B05-BDBE-47FB93053AF7}" type="presParOf" srcId="{9E6AB949-C344-4524-8CF8-2495F55B7056}" destId="{290A9126-BAF0-4868-85E0-D579CA76F454}" srcOrd="2" destOrd="0" presId="urn:microsoft.com/office/officeart/2008/layout/RadialCluster"/>
    <dgm:cxn modelId="{34A9D33B-54EF-40C8-A475-704EB307BCB0}" type="presParOf" srcId="{9E6AB949-C344-4524-8CF8-2495F55B7056}" destId="{7DB12689-8006-41BE-93F6-B1572F360EB3}" srcOrd="3" destOrd="0" presId="urn:microsoft.com/office/officeart/2008/layout/RadialCluster"/>
    <dgm:cxn modelId="{3640F2AA-5107-48A8-A3D2-7229FF6621EB}" type="presParOf" srcId="{9E6AB949-C344-4524-8CF8-2495F55B7056}" destId="{1A9A25FC-A182-4C05-B47F-6B5C086314EB}" srcOrd="4" destOrd="0" presId="urn:microsoft.com/office/officeart/2008/layout/RadialCluster"/>
    <dgm:cxn modelId="{7396B9D1-7D6E-4F67-B144-8EE761D6119C}" type="presParOf" srcId="{9E6AB949-C344-4524-8CF8-2495F55B7056}" destId="{14F30E49-BECA-412D-9692-FF992B4043D9}" srcOrd="5" destOrd="0" presId="urn:microsoft.com/office/officeart/2008/layout/RadialCluster"/>
    <dgm:cxn modelId="{FA001527-4DBA-4D9D-8723-29B87FA0BEEE}" type="presParOf" srcId="{9E6AB949-C344-4524-8CF8-2495F55B7056}" destId="{4E9F20EF-238E-4836-9D2D-1D83C3FF4F38}" srcOrd="6" destOrd="0" presId="urn:microsoft.com/office/officeart/2008/layout/RadialCluster"/>
    <dgm:cxn modelId="{82708347-0C22-47B7-9064-BFDBF890E7DE}" type="presParOf" srcId="{9E6AB949-C344-4524-8CF8-2495F55B7056}" destId="{E2F6D357-DC4D-4BC7-96FF-A31F69077B80}" srcOrd="7" destOrd="0" presId="urn:microsoft.com/office/officeart/2008/layout/RadialCluster"/>
    <dgm:cxn modelId="{6519C43E-9AC4-4945-AA87-2D80FC4D88EC}" type="presParOf" srcId="{9E6AB949-C344-4524-8CF8-2495F55B7056}" destId="{D09D4EE0-DC29-45C2-83AC-F953979EA96B}" srcOrd="8" destOrd="0" presId="urn:microsoft.com/office/officeart/2008/layout/RadialCluster"/>
    <dgm:cxn modelId="{65855E5A-CB47-41E6-A5E9-F21325C9E389}" type="presParOf" srcId="{9E6AB949-C344-4524-8CF8-2495F55B7056}" destId="{FE02E987-6B59-4C80-A025-38EE8D8DF256}" srcOrd="9" destOrd="0" presId="urn:microsoft.com/office/officeart/2008/layout/RadialCluster"/>
    <dgm:cxn modelId="{CEABB519-1308-4CA6-A28E-410397903323}" type="presParOf" srcId="{9E6AB949-C344-4524-8CF8-2495F55B7056}" destId="{560B235C-99D1-4354-858A-434D2E726D15}" srcOrd="10" destOrd="0" presId="urn:microsoft.com/office/officeart/2008/layout/RadialCluster"/>
    <dgm:cxn modelId="{5A1A75BF-F801-4742-A084-14DEA0A5DE57}" type="presParOf" srcId="{9E6AB949-C344-4524-8CF8-2495F55B7056}" destId="{C289D86B-93AF-4CF1-9D1D-F196D35E7F72}" srcOrd="11" destOrd="0" presId="urn:microsoft.com/office/officeart/2008/layout/RadialCluster"/>
    <dgm:cxn modelId="{1DBEC173-7BE8-4986-89DA-39981115A299}" type="presParOf" srcId="{9E6AB949-C344-4524-8CF8-2495F55B7056}" destId="{3941B80F-A23A-4B44-AFD2-1A1F4353BFF3}" srcOrd="12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16A6E7-5784-4C70-8B68-66ABCD2C6846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EAE94F-8A12-4D71-882D-CC8BB3ECEECE}">
      <dgm:prSet phldrT="[Text]"/>
      <dgm:spPr/>
      <dgm:t>
        <a:bodyPr/>
        <a:lstStyle/>
        <a:p>
          <a:r>
            <a:rPr lang="en-US" dirty="0"/>
            <a:t>1957</a:t>
          </a:r>
        </a:p>
      </dgm:t>
    </dgm:pt>
    <dgm:pt modelId="{47DC87CB-6A58-4F03-BAAD-087270B68ADC}" type="parTrans" cxnId="{1B09A492-6EFB-4D2F-A4FA-D54C8A9B2B8A}">
      <dgm:prSet/>
      <dgm:spPr/>
      <dgm:t>
        <a:bodyPr/>
        <a:lstStyle/>
        <a:p>
          <a:endParaRPr lang="en-US"/>
        </a:p>
      </dgm:t>
    </dgm:pt>
    <dgm:pt modelId="{578FDAFA-BAFC-4A15-A5AF-6CC94638C8F0}" type="sibTrans" cxnId="{1B09A492-6EFB-4D2F-A4FA-D54C8A9B2B8A}">
      <dgm:prSet/>
      <dgm:spPr/>
      <dgm:t>
        <a:bodyPr/>
        <a:lstStyle/>
        <a:p>
          <a:endParaRPr lang="en-US"/>
        </a:p>
      </dgm:t>
    </dgm:pt>
    <dgm:pt modelId="{F4401D90-C288-4A76-8A09-53B41B0CC1F6}">
      <dgm:prSet phldrT="[Text]"/>
      <dgm:spPr/>
      <dgm:t>
        <a:bodyPr/>
        <a:lstStyle/>
        <a:p>
          <a:r>
            <a:rPr lang="en-US" dirty="0"/>
            <a:t>Fortran</a:t>
          </a:r>
        </a:p>
      </dgm:t>
    </dgm:pt>
    <dgm:pt modelId="{5A730BF8-CA69-49C8-B2E7-CB58B2205506}" type="parTrans" cxnId="{151B212D-5EFE-4BB0-BA04-7CA9FAA56564}">
      <dgm:prSet/>
      <dgm:spPr/>
      <dgm:t>
        <a:bodyPr/>
        <a:lstStyle/>
        <a:p>
          <a:endParaRPr lang="en-US"/>
        </a:p>
      </dgm:t>
    </dgm:pt>
    <dgm:pt modelId="{9CB69941-BB7F-4F62-A877-A84179187A39}" type="sibTrans" cxnId="{151B212D-5EFE-4BB0-BA04-7CA9FAA56564}">
      <dgm:prSet/>
      <dgm:spPr/>
      <dgm:t>
        <a:bodyPr/>
        <a:lstStyle/>
        <a:p>
          <a:endParaRPr lang="en-US"/>
        </a:p>
      </dgm:t>
    </dgm:pt>
    <dgm:pt modelId="{77042D0A-7AD5-48BB-ACBA-CF59451F6D5E}">
      <dgm:prSet phldrT="[Text]"/>
      <dgm:spPr/>
      <dgm:t>
        <a:bodyPr/>
        <a:lstStyle/>
        <a:p>
          <a:r>
            <a:rPr lang="en-US" dirty="0"/>
            <a:t>1959</a:t>
          </a:r>
        </a:p>
      </dgm:t>
    </dgm:pt>
    <dgm:pt modelId="{83A5CE9E-1770-4B17-A942-752529780A10}" type="parTrans" cxnId="{848136BE-95FB-4489-A450-51C9F108E3C7}">
      <dgm:prSet/>
      <dgm:spPr/>
      <dgm:t>
        <a:bodyPr/>
        <a:lstStyle/>
        <a:p>
          <a:endParaRPr lang="en-US"/>
        </a:p>
      </dgm:t>
    </dgm:pt>
    <dgm:pt modelId="{A8C5CD6E-3B30-4412-8AE9-074EF74D3058}" type="sibTrans" cxnId="{848136BE-95FB-4489-A450-51C9F108E3C7}">
      <dgm:prSet/>
      <dgm:spPr/>
      <dgm:t>
        <a:bodyPr/>
        <a:lstStyle/>
        <a:p>
          <a:endParaRPr lang="en-US"/>
        </a:p>
      </dgm:t>
    </dgm:pt>
    <dgm:pt modelId="{5DEFCCFA-2F68-493A-A61D-25B478A5CBBB}">
      <dgm:prSet phldrT="[Text]"/>
      <dgm:spPr/>
      <dgm:t>
        <a:bodyPr/>
        <a:lstStyle/>
        <a:p>
          <a:r>
            <a:rPr lang="en-US" dirty="0"/>
            <a:t>LISP</a:t>
          </a:r>
        </a:p>
      </dgm:t>
    </dgm:pt>
    <dgm:pt modelId="{67A93E88-DA22-423B-92E4-7F69C746D1B3}" type="parTrans" cxnId="{FE307E4F-44F3-4436-971A-FC0ED565F472}">
      <dgm:prSet/>
      <dgm:spPr/>
      <dgm:t>
        <a:bodyPr/>
        <a:lstStyle/>
        <a:p>
          <a:endParaRPr lang="en-US"/>
        </a:p>
      </dgm:t>
    </dgm:pt>
    <dgm:pt modelId="{57AD5CE7-8B9E-4E71-928E-9C1739C8B7F9}" type="sibTrans" cxnId="{FE307E4F-44F3-4436-971A-FC0ED565F472}">
      <dgm:prSet/>
      <dgm:spPr/>
      <dgm:t>
        <a:bodyPr/>
        <a:lstStyle/>
        <a:p>
          <a:endParaRPr lang="en-US"/>
        </a:p>
      </dgm:t>
    </dgm:pt>
    <dgm:pt modelId="{1F5913BE-2C8F-417B-8A3B-4470B4A2ABAE}">
      <dgm:prSet phldrT="[Text]"/>
      <dgm:spPr/>
      <dgm:t>
        <a:bodyPr/>
        <a:lstStyle/>
        <a:p>
          <a:r>
            <a:rPr lang="en-US" dirty="0"/>
            <a:t>1960</a:t>
          </a:r>
        </a:p>
      </dgm:t>
    </dgm:pt>
    <dgm:pt modelId="{A13A4AE8-D482-46EE-8BD4-EC87B32D809B}" type="parTrans" cxnId="{56C73D67-753F-466F-924C-0EF81CCD09DB}">
      <dgm:prSet/>
      <dgm:spPr/>
      <dgm:t>
        <a:bodyPr/>
        <a:lstStyle/>
        <a:p>
          <a:endParaRPr lang="en-US"/>
        </a:p>
      </dgm:t>
    </dgm:pt>
    <dgm:pt modelId="{3E459699-2809-4E7D-98FA-7769DBBBE2C8}" type="sibTrans" cxnId="{56C73D67-753F-466F-924C-0EF81CCD09DB}">
      <dgm:prSet/>
      <dgm:spPr/>
      <dgm:t>
        <a:bodyPr/>
        <a:lstStyle/>
        <a:p>
          <a:endParaRPr lang="en-US"/>
        </a:p>
      </dgm:t>
    </dgm:pt>
    <dgm:pt modelId="{62A49E8A-FF35-4123-9887-1F13DD4F6F22}">
      <dgm:prSet phldrT="[Text]"/>
      <dgm:spPr/>
      <dgm:t>
        <a:bodyPr/>
        <a:lstStyle/>
        <a:p>
          <a:r>
            <a:rPr lang="en-US" dirty="0"/>
            <a:t>COBOL</a:t>
          </a:r>
        </a:p>
      </dgm:t>
    </dgm:pt>
    <dgm:pt modelId="{1149B8FC-BDFF-45C6-9EF4-2D0CAC5F0215}" type="parTrans" cxnId="{1DED946D-0D34-4586-B1AE-6821D36C1656}">
      <dgm:prSet/>
      <dgm:spPr/>
      <dgm:t>
        <a:bodyPr/>
        <a:lstStyle/>
        <a:p>
          <a:endParaRPr lang="en-US"/>
        </a:p>
      </dgm:t>
    </dgm:pt>
    <dgm:pt modelId="{FBF42845-0A24-454E-A3F3-5A510312436A}" type="sibTrans" cxnId="{1DED946D-0D34-4586-B1AE-6821D36C1656}">
      <dgm:prSet/>
      <dgm:spPr/>
      <dgm:t>
        <a:bodyPr/>
        <a:lstStyle/>
        <a:p>
          <a:endParaRPr lang="en-US"/>
        </a:p>
      </dgm:t>
    </dgm:pt>
    <dgm:pt modelId="{0FE2EEFF-9F08-46E1-B905-8286A3A061B3}">
      <dgm:prSet phldrT="[Text]"/>
      <dgm:spPr/>
      <dgm:t>
        <a:bodyPr/>
        <a:lstStyle/>
        <a:p>
          <a:r>
            <a:rPr lang="en-US" dirty="0"/>
            <a:t>1964</a:t>
          </a:r>
        </a:p>
      </dgm:t>
    </dgm:pt>
    <dgm:pt modelId="{549ED1C4-5327-4E8D-9366-0F0387177A0B}" type="parTrans" cxnId="{9C2C3C7D-B9E0-4330-B113-F3545341B5ED}">
      <dgm:prSet/>
      <dgm:spPr/>
      <dgm:t>
        <a:bodyPr/>
        <a:lstStyle/>
        <a:p>
          <a:endParaRPr lang="en-US"/>
        </a:p>
      </dgm:t>
    </dgm:pt>
    <dgm:pt modelId="{A3B2DE39-5EE7-4A87-92C9-78AE90A1824F}" type="sibTrans" cxnId="{9C2C3C7D-B9E0-4330-B113-F3545341B5ED}">
      <dgm:prSet/>
      <dgm:spPr/>
      <dgm:t>
        <a:bodyPr/>
        <a:lstStyle/>
        <a:p>
          <a:endParaRPr lang="en-US"/>
        </a:p>
      </dgm:t>
    </dgm:pt>
    <dgm:pt modelId="{AD0DCFBE-7973-4F88-8554-DC696D9483F1}">
      <dgm:prSet phldrT="[Text]"/>
      <dgm:spPr/>
      <dgm:t>
        <a:bodyPr/>
        <a:lstStyle/>
        <a:p>
          <a:r>
            <a:rPr lang="en-US" dirty="0"/>
            <a:t>BASIC</a:t>
          </a:r>
        </a:p>
      </dgm:t>
    </dgm:pt>
    <dgm:pt modelId="{2428F28B-F49E-4FC5-B768-3D37081ACC71}" type="parTrans" cxnId="{24C41A1C-A779-4923-B00D-7FD73E5080F5}">
      <dgm:prSet/>
      <dgm:spPr/>
      <dgm:t>
        <a:bodyPr/>
        <a:lstStyle/>
        <a:p>
          <a:endParaRPr lang="en-US"/>
        </a:p>
      </dgm:t>
    </dgm:pt>
    <dgm:pt modelId="{4CA45FEB-E9DB-481A-A387-8EAA2CF503E3}" type="sibTrans" cxnId="{24C41A1C-A779-4923-B00D-7FD73E5080F5}">
      <dgm:prSet/>
      <dgm:spPr/>
      <dgm:t>
        <a:bodyPr/>
        <a:lstStyle/>
        <a:p>
          <a:endParaRPr lang="en-US"/>
        </a:p>
      </dgm:t>
    </dgm:pt>
    <dgm:pt modelId="{F823AA89-8298-4657-9C78-604CE85016FE}">
      <dgm:prSet phldrT="[Text]"/>
      <dgm:spPr/>
      <dgm:t>
        <a:bodyPr/>
        <a:lstStyle/>
        <a:p>
          <a:r>
            <a:rPr lang="en-US" dirty="0"/>
            <a:t>1970</a:t>
          </a:r>
        </a:p>
      </dgm:t>
    </dgm:pt>
    <dgm:pt modelId="{6BA7794F-2CF7-4B2F-8D13-38B242827C90}" type="parTrans" cxnId="{E652DC01-799F-4D38-8597-D6C4D21BBAE1}">
      <dgm:prSet/>
      <dgm:spPr/>
      <dgm:t>
        <a:bodyPr/>
        <a:lstStyle/>
        <a:p>
          <a:endParaRPr lang="en-US"/>
        </a:p>
      </dgm:t>
    </dgm:pt>
    <dgm:pt modelId="{4F720FCB-7A6C-4555-B5BF-7BCE94FCF47A}" type="sibTrans" cxnId="{E652DC01-799F-4D38-8597-D6C4D21BBAE1}">
      <dgm:prSet/>
      <dgm:spPr/>
      <dgm:t>
        <a:bodyPr/>
        <a:lstStyle/>
        <a:p>
          <a:endParaRPr lang="en-US"/>
        </a:p>
      </dgm:t>
    </dgm:pt>
    <dgm:pt modelId="{776F3F10-4227-4D8D-8510-AF928700E493}">
      <dgm:prSet phldrT="[Text]"/>
      <dgm:spPr/>
      <dgm:t>
        <a:bodyPr/>
        <a:lstStyle/>
        <a:p>
          <a:r>
            <a:rPr lang="en-US" dirty="0"/>
            <a:t>Pascal</a:t>
          </a:r>
        </a:p>
      </dgm:t>
    </dgm:pt>
    <dgm:pt modelId="{5B91CC52-F069-4F49-8AD0-48C9BDC106A9}" type="parTrans" cxnId="{07746780-280F-4624-AF53-E4C10597E8C1}">
      <dgm:prSet/>
      <dgm:spPr/>
      <dgm:t>
        <a:bodyPr/>
        <a:lstStyle/>
        <a:p>
          <a:endParaRPr lang="en-US"/>
        </a:p>
      </dgm:t>
    </dgm:pt>
    <dgm:pt modelId="{0614801B-846C-403D-B32F-AA3AF2944C10}" type="sibTrans" cxnId="{07746780-280F-4624-AF53-E4C10597E8C1}">
      <dgm:prSet/>
      <dgm:spPr/>
      <dgm:t>
        <a:bodyPr/>
        <a:lstStyle/>
        <a:p>
          <a:endParaRPr lang="en-US"/>
        </a:p>
      </dgm:t>
    </dgm:pt>
    <dgm:pt modelId="{11D47B3B-6620-488E-912B-A96629694C2F}">
      <dgm:prSet phldrT="[Text]"/>
      <dgm:spPr/>
      <dgm:t>
        <a:bodyPr/>
        <a:lstStyle/>
        <a:p>
          <a:r>
            <a:rPr lang="en-US" dirty="0"/>
            <a:t>1972</a:t>
          </a:r>
        </a:p>
      </dgm:t>
    </dgm:pt>
    <dgm:pt modelId="{36C07399-D9F5-435D-9091-21921C7DCEA9}" type="parTrans" cxnId="{25A0A9D8-07D1-46A3-91BB-8BB40312F488}">
      <dgm:prSet/>
      <dgm:spPr/>
      <dgm:t>
        <a:bodyPr/>
        <a:lstStyle/>
        <a:p>
          <a:endParaRPr lang="en-US"/>
        </a:p>
      </dgm:t>
    </dgm:pt>
    <dgm:pt modelId="{DD498BC8-78EE-4006-B54C-65EF698A7643}" type="sibTrans" cxnId="{25A0A9D8-07D1-46A3-91BB-8BB40312F488}">
      <dgm:prSet/>
      <dgm:spPr/>
      <dgm:t>
        <a:bodyPr/>
        <a:lstStyle/>
        <a:p>
          <a:endParaRPr lang="en-US"/>
        </a:p>
      </dgm:t>
    </dgm:pt>
    <dgm:pt modelId="{8EF72C0C-B08D-4AB3-BA91-E897DD492BBF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63671FA8-836C-4CE2-9B07-DDF42D642727}" type="parTrans" cxnId="{75AD6C8B-A6D9-4563-9A20-6ECDE632A1B6}">
      <dgm:prSet/>
      <dgm:spPr/>
      <dgm:t>
        <a:bodyPr/>
        <a:lstStyle/>
        <a:p>
          <a:endParaRPr lang="en-US"/>
        </a:p>
      </dgm:t>
    </dgm:pt>
    <dgm:pt modelId="{5B2D4EAC-4496-4E12-AD5C-1BB8CC291774}" type="sibTrans" cxnId="{75AD6C8B-A6D9-4563-9A20-6ECDE632A1B6}">
      <dgm:prSet/>
      <dgm:spPr/>
      <dgm:t>
        <a:bodyPr/>
        <a:lstStyle/>
        <a:p>
          <a:endParaRPr lang="en-US"/>
        </a:p>
      </dgm:t>
    </dgm:pt>
    <dgm:pt modelId="{8B53696A-5052-45A9-81B3-F2273869E480}">
      <dgm:prSet phldrT="[Text]"/>
      <dgm:spPr/>
      <dgm:t>
        <a:bodyPr/>
        <a:lstStyle/>
        <a:p>
          <a:r>
            <a:rPr lang="en-US" dirty="0"/>
            <a:t>Prolog</a:t>
          </a:r>
        </a:p>
      </dgm:t>
    </dgm:pt>
    <dgm:pt modelId="{EC2D4F08-6FB6-413D-816F-A6F5CBD1952F}" type="parTrans" cxnId="{766E4ECD-F350-4DAD-B935-0B3877037D83}">
      <dgm:prSet/>
      <dgm:spPr/>
      <dgm:t>
        <a:bodyPr/>
        <a:lstStyle/>
        <a:p>
          <a:endParaRPr lang="en-US"/>
        </a:p>
      </dgm:t>
    </dgm:pt>
    <dgm:pt modelId="{FB860F86-7D40-4A66-8EB3-17B7578347B0}" type="sibTrans" cxnId="{766E4ECD-F350-4DAD-B935-0B3877037D83}">
      <dgm:prSet/>
      <dgm:spPr/>
      <dgm:t>
        <a:bodyPr/>
        <a:lstStyle/>
        <a:p>
          <a:endParaRPr lang="en-US"/>
        </a:p>
      </dgm:t>
    </dgm:pt>
    <dgm:pt modelId="{93385CB6-E2C4-46B5-953C-20281E27F1D2}">
      <dgm:prSet phldrT="[Text]"/>
      <dgm:spPr/>
      <dgm:t>
        <a:bodyPr/>
        <a:lstStyle/>
        <a:p>
          <a:r>
            <a:rPr lang="en-US" dirty="0"/>
            <a:t>SQL</a:t>
          </a:r>
        </a:p>
      </dgm:t>
    </dgm:pt>
    <dgm:pt modelId="{79D40CFD-F789-4BEC-8655-4F426623A1B6}" type="parTrans" cxnId="{6F5E700F-F626-4DC5-85C3-E511259F0F5D}">
      <dgm:prSet/>
      <dgm:spPr/>
      <dgm:t>
        <a:bodyPr/>
        <a:lstStyle/>
        <a:p>
          <a:endParaRPr lang="en-US"/>
        </a:p>
      </dgm:t>
    </dgm:pt>
    <dgm:pt modelId="{8E4ABA98-3F51-4A40-8067-F0EDE5B096E5}" type="sibTrans" cxnId="{6F5E700F-F626-4DC5-85C3-E511259F0F5D}">
      <dgm:prSet/>
      <dgm:spPr/>
      <dgm:t>
        <a:bodyPr/>
        <a:lstStyle/>
        <a:p>
          <a:endParaRPr lang="en-US"/>
        </a:p>
      </dgm:t>
    </dgm:pt>
    <dgm:pt modelId="{9D41FE8E-CA4D-43ED-BE02-F59B4AA0726C}" type="pres">
      <dgm:prSet presAssocID="{2C16A6E7-5784-4C70-8B68-66ABCD2C6846}" presName="Name0" presStyleCnt="0">
        <dgm:presLayoutVars>
          <dgm:dir/>
        </dgm:presLayoutVars>
      </dgm:prSet>
      <dgm:spPr/>
    </dgm:pt>
    <dgm:pt modelId="{B4BFBE72-2A0E-46ED-83C7-95D6CE6C5C27}" type="pres">
      <dgm:prSet presAssocID="{62EAE94F-8A12-4D71-882D-CC8BB3ECEECE}" presName="parComposite" presStyleCnt="0"/>
      <dgm:spPr/>
    </dgm:pt>
    <dgm:pt modelId="{5C0EC78E-A815-4040-B981-E441A380E1E7}" type="pres">
      <dgm:prSet presAssocID="{62EAE94F-8A12-4D71-882D-CC8BB3ECEECE}" presName="parBigCircle" presStyleLbl="node0" presStyleIdx="0" presStyleCnt="6"/>
      <dgm:spPr/>
    </dgm:pt>
    <dgm:pt modelId="{5AC29E2C-DAA7-4393-9F9C-958F5065BB41}" type="pres">
      <dgm:prSet presAssocID="{62EAE94F-8A12-4D71-882D-CC8BB3ECEECE}" presName="parTx" presStyleLbl="revTx" presStyleIdx="0" presStyleCnt="22"/>
      <dgm:spPr/>
    </dgm:pt>
    <dgm:pt modelId="{221E7051-0140-4A59-9C9C-94FB765C8A87}" type="pres">
      <dgm:prSet presAssocID="{62EAE94F-8A12-4D71-882D-CC8BB3ECEECE}" presName="bSpace" presStyleCnt="0"/>
      <dgm:spPr/>
    </dgm:pt>
    <dgm:pt modelId="{C71396A3-FF0D-424E-8CEE-B2099125FEEF}" type="pres">
      <dgm:prSet presAssocID="{62EAE94F-8A12-4D71-882D-CC8BB3ECEECE}" presName="parBackupNorm" presStyleCnt="0"/>
      <dgm:spPr/>
    </dgm:pt>
    <dgm:pt modelId="{2D213E44-4E4C-412E-BB76-4CBBD6E1975C}" type="pres">
      <dgm:prSet presAssocID="{578FDAFA-BAFC-4A15-A5AF-6CC94638C8F0}" presName="parSpace" presStyleCnt="0"/>
      <dgm:spPr/>
    </dgm:pt>
    <dgm:pt modelId="{8A6726AB-7C3E-4595-85FE-E4798825B62F}" type="pres">
      <dgm:prSet presAssocID="{F4401D90-C288-4A76-8A09-53B41B0CC1F6}" presName="desBackupLeftNorm" presStyleCnt="0"/>
      <dgm:spPr/>
    </dgm:pt>
    <dgm:pt modelId="{5B618E8B-FBD1-40A4-B998-DBAA7B5E48ED}" type="pres">
      <dgm:prSet presAssocID="{F4401D90-C288-4A76-8A09-53B41B0CC1F6}" presName="desComposite" presStyleCnt="0"/>
      <dgm:spPr/>
    </dgm:pt>
    <dgm:pt modelId="{B712B3B2-160B-4523-9D22-47AECB242555}" type="pres">
      <dgm:prSet presAssocID="{F4401D90-C288-4A76-8A09-53B41B0CC1F6}" presName="desCircle" presStyleLbl="node1" presStyleIdx="0" presStyleCnt="8"/>
      <dgm:spPr/>
    </dgm:pt>
    <dgm:pt modelId="{36943F4D-FD8E-484B-8850-ED8F5024A234}" type="pres">
      <dgm:prSet presAssocID="{F4401D90-C288-4A76-8A09-53B41B0CC1F6}" presName="chTx" presStyleLbl="revTx" presStyleIdx="1" presStyleCnt="22"/>
      <dgm:spPr/>
    </dgm:pt>
    <dgm:pt modelId="{C8A0C23D-5A28-4EBB-9E6C-3CDAAA992F37}" type="pres">
      <dgm:prSet presAssocID="{F4401D90-C288-4A76-8A09-53B41B0CC1F6}" presName="desTx" presStyleLbl="revTx" presStyleIdx="2" presStyleCnt="22">
        <dgm:presLayoutVars>
          <dgm:bulletEnabled val="1"/>
        </dgm:presLayoutVars>
      </dgm:prSet>
      <dgm:spPr/>
    </dgm:pt>
    <dgm:pt modelId="{187F11D6-75BD-4B04-B6AB-A1FAA9748D85}" type="pres">
      <dgm:prSet presAssocID="{F4401D90-C288-4A76-8A09-53B41B0CC1F6}" presName="desBackupRightNorm" presStyleCnt="0"/>
      <dgm:spPr/>
    </dgm:pt>
    <dgm:pt modelId="{48365D12-599C-4BA9-A624-996483134794}" type="pres">
      <dgm:prSet presAssocID="{9CB69941-BB7F-4F62-A877-A84179187A39}" presName="desSpace" presStyleCnt="0"/>
      <dgm:spPr/>
    </dgm:pt>
    <dgm:pt modelId="{F48241E0-9AFD-4522-B3DD-39D19B88744C}" type="pres">
      <dgm:prSet presAssocID="{77042D0A-7AD5-48BB-ACBA-CF59451F6D5E}" presName="parComposite" presStyleCnt="0"/>
      <dgm:spPr/>
    </dgm:pt>
    <dgm:pt modelId="{0B78CBDC-B84E-4C23-9F04-F0A944C3424F}" type="pres">
      <dgm:prSet presAssocID="{77042D0A-7AD5-48BB-ACBA-CF59451F6D5E}" presName="parBigCircle" presStyleLbl="node0" presStyleIdx="1" presStyleCnt="6"/>
      <dgm:spPr/>
    </dgm:pt>
    <dgm:pt modelId="{5495BB26-33BD-41AC-9F3B-874AE4B883E1}" type="pres">
      <dgm:prSet presAssocID="{77042D0A-7AD5-48BB-ACBA-CF59451F6D5E}" presName="parTx" presStyleLbl="revTx" presStyleIdx="3" presStyleCnt="22"/>
      <dgm:spPr/>
    </dgm:pt>
    <dgm:pt modelId="{823C1BCE-15E2-47AF-917C-08576BF2FC9E}" type="pres">
      <dgm:prSet presAssocID="{77042D0A-7AD5-48BB-ACBA-CF59451F6D5E}" presName="bSpace" presStyleCnt="0"/>
      <dgm:spPr/>
    </dgm:pt>
    <dgm:pt modelId="{766755F3-9BF5-44E7-9E23-6B0737E4CCC9}" type="pres">
      <dgm:prSet presAssocID="{77042D0A-7AD5-48BB-ACBA-CF59451F6D5E}" presName="parBackupNorm" presStyleCnt="0"/>
      <dgm:spPr/>
    </dgm:pt>
    <dgm:pt modelId="{AD749750-0A74-4C07-B0DC-735B3D076FE8}" type="pres">
      <dgm:prSet presAssocID="{A8C5CD6E-3B30-4412-8AE9-074EF74D3058}" presName="parSpace" presStyleCnt="0"/>
      <dgm:spPr/>
    </dgm:pt>
    <dgm:pt modelId="{54ECA860-190F-446D-B0F4-A6B3C71F3F6F}" type="pres">
      <dgm:prSet presAssocID="{5DEFCCFA-2F68-493A-A61D-25B478A5CBBB}" presName="desBackupLeftNorm" presStyleCnt="0"/>
      <dgm:spPr/>
    </dgm:pt>
    <dgm:pt modelId="{6778EC89-B0B4-424A-87D4-C90263861D13}" type="pres">
      <dgm:prSet presAssocID="{5DEFCCFA-2F68-493A-A61D-25B478A5CBBB}" presName="desComposite" presStyleCnt="0"/>
      <dgm:spPr/>
    </dgm:pt>
    <dgm:pt modelId="{39722311-9A1E-4A97-8473-99EE2ACACCF4}" type="pres">
      <dgm:prSet presAssocID="{5DEFCCFA-2F68-493A-A61D-25B478A5CBBB}" presName="desCircle" presStyleLbl="node1" presStyleIdx="1" presStyleCnt="8"/>
      <dgm:spPr/>
    </dgm:pt>
    <dgm:pt modelId="{5F5887B8-ABCA-4DAE-8FC3-90F1F1C793BE}" type="pres">
      <dgm:prSet presAssocID="{5DEFCCFA-2F68-493A-A61D-25B478A5CBBB}" presName="chTx" presStyleLbl="revTx" presStyleIdx="4" presStyleCnt="22"/>
      <dgm:spPr/>
    </dgm:pt>
    <dgm:pt modelId="{49788C32-68CA-4D06-AD20-D07CCEE59EFD}" type="pres">
      <dgm:prSet presAssocID="{5DEFCCFA-2F68-493A-A61D-25B478A5CBBB}" presName="desTx" presStyleLbl="revTx" presStyleIdx="5" presStyleCnt="22">
        <dgm:presLayoutVars>
          <dgm:bulletEnabled val="1"/>
        </dgm:presLayoutVars>
      </dgm:prSet>
      <dgm:spPr/>
    </dgm:pt>
    <dgm:pt modelId="{FB0B00B0-873F-4830-9B6A-1EC76F9AB7F0}" type="pres">
      <dgm:prSet presAssocID="{5DEFCCFA-2F68-493A-A61D-25B478A5CBBB}" presName="desBackupRightNorm" presStyleCnt="0"/>
      <dgm:spPr/>
    </dgm:pt>
    <dgm:pt modelId="{B3AFA78E-2776-4EC7-BCD5-D9521E7CF27E}" type="pres">
      <dgm:prSet presAssocID="{57AD5CE7-8B9E-4E71-928E-9C1739C8B7F9}" presName="desSpace" presStyleCnt="0"/>
      <dgm:spPr/>
    </dgm:pt>
    <dgm:pt modelId="{DC0BA1FE-AFDE-4157-BEEE-06A310CAE772}" type="pres">
      <dgm:prSet presAssocID="{1F5913BE-2C8F-417B-8A3B-4470B4A2ABAE}" presName="parComposite" presStyleCnt="0"/>
      <dgm:spPr/>
    </dgm:pt>
    <dgm:pt modelId="{509535DB-8DCD-4F35-B40F-8AF6EFCC2BD4}" type="pres">
      <dgm:prSet presAssocID="{1F5913BE-2C8F-417B-8A3B-4470B4A2ABAE}" presName="parBigCircle" presStyleLbl="node0" presStyleIdx="2" presStyleCnt="6"/>
      <dgm:spPr/>
    </dgm:pt>
    <dgm:pt modelId="{1BC28610-1A9A-4B89-BC77-F45403C81CEF}" type="pres">
      <dgm:prSet presAssocID="{1F5913BE-2C8F-417B-8A3B-4470B4A2ABAE}" presName="parTx" presStyleLbl="revTx" presStyleIdx="6" presStyleCnt="22"/>
      <dgm:spPr/>
    </dgm:pt>
    <dgm:pt modelId="{948E6D6B-807B-4DBE-8158-869D156D45C6}" type="pres">
      <dgm:prSet presAssocID="{1F5913BE-2C8F-417B-8A3B-4470B4A2ABAE}" presName="bSpace" presStyleCnt="0"/>
      <dgm:spPr/>
    </dgm:pt>
    <dgm:pt modelId="{A4D3B106-5269-4823-8DEE-0EDE0D27FCFA}" type="pres">
      <dgm:prSet presAssocID="{1F5913BE-2C8F-417B-8A3B-4470B4A2ABAE}" presName="parBackupNorm" presStyleCnt="0"/>
      <dgm:spPr/>
    </dgm:pt>
    <dgm:pt modelId="{556EB691-80DF-4641-9D7A-51A4D706B92C}" type="pres">
      <dgm:prSet presAssocID="{3E459699-2809-4E7D-98FA-7769DBBBE2C8}" presName="parSpace" presStyleCnt="0"/>
      <dgm:spPr/>
    </dgm:pt>
    <dgm:pt modelId="{8E33D1A1-9B54-43DA-A41E-6A0B766073EF}" type="pres">
      <dgm:prSet presAssocID="{62A49E8A-FF35-4123-9887-1F13DD4F6F22}" presName="desBackupLeftNorm" presStyleCnt="0"/>
      <dgm:spPr/>
    </dgm:pt>
    <dgm:pt modelId="{AADC1B67-854D-40F5-AA9A-1D31B0B2062C}" type="pres">
      <dgm:prSet presAssocID="{62A49E8A-FF35-4123-9887-1F13DD4F6F22}" presName="desComposite" presStyleCnt="0"/>
      <dgm:spPr/>
    </dgm:pt>
    <dgm:pt modelId="{A02AEAE2-CBB3-4479-98C9-AB170F047DDB}" type="pres">
      <dgm:prSet presAssocID="{62A49E8A-FF35-4123-9887-1F13DD4F6F22}" presName="desCircle" presStyleLbl="node1" presStyleIdx="2" presStyleCnt="8"/>
      <dgm:spPr/>
    </dgm:pt>
    <dgm:pt modelId="{E35AFE62-D7E0-4369-91BD-75974001A32D}" type="pres">
      <dgm:prSet presAssocID="{62A49E8A-FF35-4123-9887-1F13DD4F6F22}" presName="chTx" presStyleLbl="revTx" presStyleIdx="7" presStyleCnt="22"/>
      <dgm:spPr/>
    </dgm:pt>
    <dgm:pt modelId="{500A6424-5693-4380-9F65-A79D401F9766}" type="pres">
      <dgm:prSet presAssocID="{62A49E8A-FF35-4123-9887-1F13DD4F6F22}" presName="desTx" presStyleLbl="revTx" presStyleIdx="8" presStyleCnt="22">
        <dgm:presLayoutVars>
          <dgm:bulletEnabled val="1"/>
        </dgm:presLayoutVars>
      </dgm:prSet>
      <dgm:spPr/>
    </dgm:pt>
    <dgm:pt modelId="{2E9A40A9-7B43-4959-B8C3-6213572755FD}" type="pres">
      <dgm:prSet presAssocID="{62A49E8A-FF35-4123-9887-1F13DD4F6F22}" presName="desBackupRightNorm" presStyleCnt="0"/>
      <dgm:spPr/>
    </dgm:pt>
    <dgm:pt modelId="{A1027EDC-ACD6-49C8-BB5F-49D998CBF48D}" type="pres">
      <dgm:prSet presAssocID="{FBF42845-0A24-454E-A3F3-5A510312436A}" presName="desSpace" presStyleCnt="0"/>
      <dgm:spPr/>
    </dgm:pt>
    <dgm:pt modelId="{F3952DCB-3F44-4F15-B6E4-CB4C61D3A668}" type="pres">
      <dgm:prSet presAssocID="{0FE2EEFF-9F08-46E1-B905-8286A3A061B3}" presName="parComposite" presStyleCnt="0"/>
      <dgm:spPr/>
    </dgm:pt>
    <dgm:pt modelId="{C876EE54-D3E8-4F43-B36C-750F244E1A2E}" type="pres">
      <dgm:prSet presAssocID="{0FE2EEFF-9F08-46E1-B905-8286A3A061B3}" presName="parBigCircle" presStyleLbl="node0" presStyleIdx="3" presStyleCnt="6"/>
      <dgm:spPr/>
    </dgm:pt>
    <dgm:pt modelId="{707C0A1E-192B-43BD-9886-7C0E7937ED8E}" type="pres">
      <dgm:prSet presAssocID="{0FE2EEFF-9F08-46E1-B905-8286A3A061B3}" presName="parTx" presStyleLbl="revTx" presStyleIdx="9" presStyleCnt="22"/>
      <dgm:spPr/>
    </dgm:pt>
    <dgm:pt modelId="{EBDF4BA8-6447-463C-96F0-37BE173CE232}" type="pres">
      <dgm:prSet presAssocID="{0FE2EEFF-9F08-46E1-B905-8286A3A061B3}" presName="bSpace" presStyleCnt="0"/>
      <dgm:spPr/>
    </dgm:pt>
    <dgm:pt modelId="{D2B53D61-8CD3-43CF-BA70-5A762041C42D}" type="pres">
      <dgm:prSet presAssocID="{0FE2EEFF-9F08-46E1-B905-8286A3A061B3}" presName="parBackupNorm" presStyleCnt="0"/>
      <dgm:spPr/>
    </dgm:pt>
    <dgm:pt modelId="{339E9711-6285-4600-969B-8D3D0B8D26FC}" type="pres">
      <dgm:prSet presAssocID="{A3B2DE39-5EE7-4A87-92C9-78AE90A1824F}" presName="parSpace" presStyleCnt="0"/>
      <dgm:spPr/>
    </dgm:pt>
    <dgm:pt modelId="{3300EEE3-E98B-4AC5-A282-A047895A80CB}" type="pres">
      <dgm:prSet presAssocID="{AD0DCFBE-7973-4F88-8554-DC696D9483F1}" presName="desBackupLeftNorm" presStyleCnt="0"/>
      <dgm:spPr/>
    </dgm:pt>
    <dgm:pt modelId="{63BF731B-088B-4E3E-BE1E-FC5D4D292474}" type="pres">
      <dgm:prSet presAssocID="{AD0DCFBE-7973-4F88-8554-DC696D9483F1}" presName="desComposite" presStyleCnt="0"/>
      <dgm:spPr/>
    </dgm:pt>
    <dgm:pt modelId="{1F5DFE75-47B1-432A-A27E-1887A4AE7C4B}" type="pres">
      <dgm:prSet presAssocID="{AD0DCFBE-7973-4F88-8554-DC696D9483F1}" presName="desCircle" presStyleLbl="node1" presStyleIdx="3" presStyleCnt="8"/>
      <dgm:spPr/>
    </dgm:pt>
    <dgm:pt modelId="{03A09CB1-6E78-4507-8C68-17814B6EE12F}" type="pres">
      <dgm:prSet presAssocID="{AD0DCFBE-7973-4F88-8554-DC696D9483F1}" presName="chTx" presStyleLbl="revTx" presStyleIdx="10" presStyleCnt="22"/>
      <dgm:spPr/>
    </dgm:pt>
    <dgm:pt modelId="{1CD726FA-8DF2-4A4D-92D7-B4B01C10F20E}" type="pres">
      <dgm:prSet presAssocID="{AD0DCFBE-7973-4F88-8554-DC696D9483F1}" presName="desTx" presStyleLbl="revTx" presStyleIdx="11" presStyleCnt="22">
        <dgm:presLayoutVars>
          <dgm:bulletEnabled val="1"/>
        </dgm:presLayoutVars>
      </dgm:prSet>
      <dgm:spPr/>
    </dgm:pt>
    <dgm:pt modelId="{FBEB56B6-E314-493F-AF26-BDB3CC1642B2}" type="pres">
      <dgm:prSet presAssocID="{AD0DCFBE-7973-4F88-8554-DC696D9483F1}" presName="desBackupRightNorm" presStyleCnt="0"/>
      <dgm:spPr/>
    </dgm:pt>
    <dgm:pt modelId="{637C5200-2EA0-49AB-BEFA-32E159D83D00}" type="pres">
      <dgm:prSet presAssocID="{4CA45FEB-E9DB-481A-A387-8EAA2CF503E3}" presName="desSpace" presStyleCnt="0"/>
      <dgm:spPr/>
    </dgm:pt>
    <dgm:pt modelId="{66113CE0-0C86-49A7-BE08-841EA538049A}" type="pres">
      <dgm:prSet presAssocID="{F823AA89-8298-4657-9C78-604CE85016FE}" presName="parComposite" presStyleCnt="0"/>
      <dgm:spPr/>
    </dgm:pt>
    <dgm:pt modelId="{02D01A35-A03B-44F1-8D11-52EE1671CFDE}" type="pres">
      <dgm:prSet presAssocID="{F823AA89-8298-4657-9C78-604CE85016FE}" presName="parBigCircle" presStyleLbl="node0" presStyleIdx="4" presStyleCnt="6"/>
      <dgm:spPr/>
    </dgm:pt>
    <dgm:pt modelId="{8BB5DFD0-2C4D-4851-ADCD-D39B6246E00E}" type="pres">
      <dgm:prSet presAssocID="{F823AA89-8298-4657-9C78-604CE85016FE}" presName="parTx" presStyleLbl="revTx" presStyleIdx="12" presStyleCnt="22"/>
      <dgm:spPr/>
    </dgm:pt>
    <dgm:pt modelId="{6FAA8C6E-A9D5-43A3-B0B2-71E10E24CD7C}" type="pres">
      <dgm:prSet presAssocID="{F823AA89-8298-4657-9C78-604CE85016FE}" presName="bSpace" presStyleCnt="0"/>
      <dgm:spPr/>
    </dgm:pt>
    <dgm:pt modelId="{695FC57D-1F0D-486D-A404-F7B46DBEE791}" type="pres">
      <dgm:prSet presAssocID="{F823AA89-8298-4657-9C78-604CE85016FE}" presName="parBackupNorm" presStyleCnt="0"/>
      <dgm:spPr/>
    </dgm:pt>
    <dgm:pt modelId="{661E6FFD-8944-4C83-B3E9-CF700C25BF1B}" type="pres">
      <dgm:prSet presAssocID="{4F720FCB-7A6C-4555-B5BF-7BCE94FCF47A}" presName="parSpace" presStyleCnt="0"/>
      <dgm:spPr/>
    </dgm:pt>
    <dgm:pt modelId="{2F18AF6D-C205-4BA0-8B36-D18B6CD9CDE9}" type="pres">
      <dgm:prSet presAssocID="{776F3F10-4227-4D8D-8510-AF928700E493}" presName="desBackupLeftNorm" presStyleCnt="0"/>
      <dgm:spPr/>
    </dgm:pt>
    <dgm:pt modelId="{9B3FBB8E-BE1D-45FB-8519-5A8441A9FC9C}" type="pres">
      <dgm:prSet presAssocID="{776F3F10-4227-4D8D-8510-AF928700E493}" presName="desComposite" presStyleCnt="0"/>
      <dgm:spPr/>
    </dgm:pt>
    <dgm:pt modelId="{493A9E4D-291D-4418-A106-94EF3C456E3D}" type="pres">
      <dgm:prSet presAssocID="{776F3F10-4227-4D8D-8510-AF928700E493}" presName="desCircle" presStyleLbl="node1" presStyleIdx="4" presStyleCnt="8"/>
      <dgm:spPr/>
    </dgm:pt>
    <dgm:pt modelId="{EB4B971D-8622-4605-96D0-BF00294F2491}" type="pres">
      <dgm:prSet presAssocID="{776F3F10-4227-4D8D-8510-AF928700E493}" presName="chTx" presStyleLbl="revTx" presStyleIdx="13" presStyleCnt="22"/>
      <dgm:spPr/>
    </dgm:pt>
    <dgm:pt modelId="{01D74C92-F921-4B45-816E-5092F604F4F5}" type="pres">
      <dgm:prSet presAssocID="{776F3F10-4227-4D8D-8510-AF928700E493}" presName="desTx" presStyleLbl="revTx" presStyleIdx="14" presStyleCnt="22">
        <dgm:presLayoutVars>
          <dgm:bulletEnabled val="1"/>
        </dgm:presLayoutVars>
      </dgm:prSet>
      <dgm:spPr/>
    </dgm:pt>
    <dgm:pt modelId="{A8FBC05B-4C03-4C5D-97F7-3076DBD47581}" type="pres">
      <dgm:prSet presAssocID="{776F3F10-4227-4D8D-8510-AF928700E493}" presName="desBackupRightNorm" presStyleCnt="0"/>
      <dgm:spPr/>
    </dgm:pt>
    <dgm:pt modelId="{417348F0-BBB9-46F9-A92F-D683148567A0}" type="pres">
      <dgm:prSet presAssocID="{0614801B-846C-403D-B32F-AA3AF2944C10}" presName="desSpace" presStyleCnt="0"/>
      <dgm:spPr/>
    </dgm:pt>
    <dgm:pt modelId="{6CEFFDC6-DD37-4BC7-8319-35F4D7030C8F}" type="pres">
      <dgm:prSet presAssocID="{11D47B3B-6620-488E-912B-A96629694C2F}" presName="parComposite" presStyleCnt="0"/>
      <dgm:spPr/>
    </dgm:pt>
    <dgm:pt modelId="{3F589FE5-3611-4369-AEC9-92C68420E208}" type="pres">
      <dgm:prSet presAssocID="{11D47B3B-6620-488E-912B-A96629694C2F}" presName="parBigCircle" presStyleLbl="node0" presStyleIdx="5" presStyleCnt="6"/>
      <dgm:spPr/>
    </dgm:pt>
    <dgm:pt modelId="{2BB4FFE4-6FC0-43FF-A86B-74ECBF667218}" type="pres">
      <dgm:prSet presAssocID="{11D47B3B-6620-488E-912B-A96629694C2F}" presName="parTx" presStyleLbl="revTx" presStyleIdx="15" presStyleCnt="22"/>
      <dgm:spPr/>
    </dgm:pt>
    <dgm:pt modelId="{672D6234-E06B-4B2B-B25E-8100A4843082}" type="pres">
      <dgm:prSet presAssocID="{11D47B3B-6620-488E-912B-A96629694C2F}" presName="bSpace" presStyleCnt="0"/>
      <dgm:spPr/>
    </dgm:pt>
    <dgm:pt modelId="{4672B9DC-4673-446A-88F2-C1D9DAE54C50}" type="pres">
      <dgm:prSet presAssocID="{11D47B3B-6620-488E-912B-A96629694C2F}" presName="parBackupNorm" presStyleCnt="0"/>
      <dgm:spPr/>
    </dgm:pt>
    <dgm:pt modelId="{B0BFBE83-0427-4754-BEFA-75190E865091}" type="pres">
      <dgm:prSet presAssocID="{DD498BC8-78EE-4006-B54C-65EF698A7643}" presName="parSpace" presStyleCnt="0"/>
      <dgm:spPr/>
    </dgm:pt>
    <dgm:pt modelId="{28C57165-8D20-49B7-9855-175AABE846CA}" type="pres">
      <dgm:prSet presAssocID="{8EF72C0C-B08D-4AB3-BA91-E897DD492BBF}" presName="desBackupLeftNorm" presStyleCnt="0"/>
      <dgm:spPr/>
    </dgm:pt>
    <dgm:pt modelId="{668E7551-56AF-4239-B9CB-069A1303F3A6}" type="pres">
      <dgm:prSet presAssocID="{8EF72C0C-B08D-4AB3-BA91-E897DD492BBF}" presName="desComposite" presStyleCnt="0"/>
      <dgm:spPr/>
    </dgm:pt>
    <dgm:pt modelId="{D5E3C315-551C-42FC-A988-4E393415BE21}" type="pres">
      <dgm:prSet presAssocID="{8EF72C0C-B08D-4AB3-BA91-E897DD492BBF}" presName="desCircle" presStyleLbl="node1" presStyleIdx="5" presStyleCnt="8"/>
      <dgm:spPr/>
    </dgm:pt>
    <dgm:pt modelId="{73B74C25-C16D-46CD-8425-337B6C098827}" type="pres">
      <dgm:prSet presAssocID="{8EF72C0C-B08D-4AB3-BA91-E897DD492BBF}" presName="chTx" presStyleLbl="revTx" presStyleIdx="16" presStyleCnt="22"/>
      <dgm:spPr/>
    </dgm:pt>
    <dgm:pt modelId="{806703D0-E98C-44B9-8552-5AECBACDD2E1}" type="pres">
      <dgm:prSet presAssocID="{8EF72C0C-B08D-4AB3-BA91-E897DD492BBF}" presName="desTx" presStyleLbl="revTx" presStyleIdx="17" presStyleCnt="22">
        <dgm:presLayoutVars>
          <dgm:bulletEnabled val="1"/>
        </dgm:presLayoutVars>
      </dgm:prSet>
      <dgm:spPr/>
    </dgm:pt>
    <dgm:pt modelId="{2BE0855B-6315-4D0C-9877-09F54F2C4400}" type="pres">
      <dgm:prSet presAssocID="{8EF72C0C-B08D-4AB3-BA91-E897DD492BBF}" presName="desBackupRightNorm" presStyleCnt="0"/>
      <dgm:spPr/>
    </dgm:pt>
    <dgm:pt modelId="{1449D057-2D80-4630-A6B1-5E9139CC32A6}" type="pres">
      <dgm:prSet presAssocID="{5B2D4EAC-4496-4E12-AD5C-1BB8CC291774}" presName="desSpace" presStyleCnt="0"/>
      <dgm:spPr/>
    </dgm:pt>
    <dgm:pt modelId="{CA7765A7-4570-4087-A1A8-87ADA348A2FF}" type="pres">
      <dgm:prSet presAssocID="{8B53696A-5052-45A9-81B3-F2273869E480}" presName="desBackupLeftNorm" presStyleCnt="0"/>
      <dgm:spPr/>
    </dgm:pt>
    <dgm:pt modelId="{DB3A320B-08C4-49DF-86F3-8DF3F26F28CD}" type="pres">
      <dgm:prSet presAssocID="{8B53696A-5052-45A9-81B3-F2273869E480}" presName="desComposite" presStyleCnt="0"/>
      <dgm:spPr/>
    </dgm:pt>
    <dgm:pt modelId="{34E8DA69-DC98-4F87-974F-25569558B326}" type="pres">
      <dgm:prSet presAssocID="{8B53696A-5052-45A9-81B3-F2273869E480}" presName="desCircle" presStyleLbl="node1" presStyleIdx="6" presStyleCnt="8"/>
      <dgm:spPr/>
    </dgm:pt>
    <dgm:pt modelId="{9EEC5362-6B34-4EE7-B366-4798425462A9}" type="pres">
      <dgm:prSet presAssocID="{8B53696A-5052-45A9-81B3-F2273869E480}" presName="chTx" presStyleLbl="revTx" presStyleIdx="18" presStyleCnt="22"/>
      <dgm:spPr/>
    </dgm:pt>
    <dgm:pt modelId="{C6768942-7EA0-4373-9A41-AB6A0644B4DE}" type="pres">
      <dgm:prSet presAssocID="{8B53696A-5052-45A9-81B3-F2273869E480}" presName="desTx" presStyleLbl="revTx" presStyleIdx="19" presStyleCnt="22">
        <dgm:presLayoutVars>
          <dgm:bulletEnabled val="1"/>
        </dgm:presLayoutVars>
      </dgm:prSet>
      <dgm:spPr/>
    </dgm:pt>
    <dgm:pt modelId="{BD1463D1-EE7C-4403-AD0D-B3FAE4FF3425}" type="pres">
      <dgm:prSet presAssocID="{8B53696A-5052-45A9-81B3-F2273869E480}" presName="desBackupRightNorm" presStyleCnt="0"/>
      <dgm:spPr/>
    </dgm:pt>
    <dgm:pt modelId="{B9E28CB8-4577-4835-842A-6E7EA70515F0}" type="pres">
      <dgm:prSet presAssocID="{FB860F86-7D40-4A66-8EB3-17B7578347B0}" presName="desSpace" presStyleCnt="0"/>
      <dgm:spPr/>
    </dgm:pt>
    <dgm:pt modelId="{1034F56D-4538-49DF-B9EB-10D39EBECFE5}" type="pres">
      <dgm:prSet presAssocID="{93385CB6-E2C4-46B5-953C-20281E27F1D2}" presName="desBackupLeftNorm" presStyleCnt="0"/>
      <dgm:spPr/>
    </dgm:pt>
    <dgm:pt modelId="{BD5C2984-FE06-4377-B50B-495E68426715}" type="pres">
      <dgm:prSet presAssocID="{93385CB6-E2C4-46B5-953C-20281E27F1D2}" presName="desComposite" presStyleCnt="0"/>
      <dgm:spPr/>
    </dgm:pt>
    <dgm:pt modelId="{B684AE01-DB3F-4ABB-BF44-8161CA2AC59F}" type="pres">
      <dgm:prSet presAssocID="{93385CB6-E2C4-46B5-953C-20281E27F1D2}" presName="desCircle" presStyleLbl="node1" presStyleIdx="7" presStyleCnt="8"/>
      <dgm:spPr/>
    </dgm:pt>
    <dgm:pt modelId="{8E8D1EDB-07A0-4013-8585-264FBEF01471}" type="pres">
      <dgm:prSet presAssocID="{93385CB6-E2C4-46B5-953C-20281E27F1D2}" presName="chTx" presStyleLbl="revTx" presStyleIdx="20" presStyleCnt="22"/>
      <dgm:spPr/>
    </dgm:pt>
    <dgm:pt modelId="{0B33F870-442A-4CCC-B3EC-0315D5093D63}" type="pres">
      <dgm:prSet presAssocID="{93385CB6-E2C4-46B5-953C-20281E27F1D2}" presName="desTx" presStyleLbl="revTx" presStyleIdx="21" presStyleCnt="22">
        <dgm:presLayoutVars>
          <dgm:bulletEnabled val="1"/>
        </dgm:presLayoutVars>
      </dgm:prSet>
      <dgm:spPr/>
    </dgm:pt>
    <dgm:pt modelId="{B5D371EE-D0FB-487A-936A-DE2FCB1DBA55}" type="pres">
      <dgm:prSet presAssocID="{93385CB6-E2C4-46B5-953C-20281E27F1D2}" presName="desBackupRightNorm" presStyleCnt="0"/>
      <dgm:spPr/>
    </dgm:pt>
    <dgm:pt modelId="{1FCB8D45-F285-4FEF-BF8E-559EFBD1449A}" type="pres">
      <dgm:prSet presAssocID="{8E4ABA98-3F51-4A40-8067-F0EDE5B096E5}" presName="desSpace" presStyleCnt="0"/>
      <dgm:spPr/>
    </dgm:pt>
  </dgm:ptLst>
  <dgm:cxnLst>
    <dgm:cxn modelId="{E652DC01-799F-4D38-8597-D6C4D21BBAE1}" srcId="{2C16A6E7-5784-4C70-8B68-66ABCD2C6846}" destId="{F823AA89-8298-4657-9C78-604CE85016FE}" srcOrd="4" destOrd="0" parTransId="{6BA7794F-2CF7-4B2F-8D13-38B242827C90}" sibTransId="{4F720FCB-7A6C-4555-B5BF-7BCE94FCF47A}"/>
    <dgm:cxn modelId="{F3AB7008-039B-4D51-84C7-BAEFA5E175EF}" type="presOf" srcId="{62EAE94F-8A12-4D71-882D-CC8BB3ECEECE}" destId="{5AC29E2C-DAA7-4393-9F9C-958F5065BB41}" srcOrd="0" destOrd="0" presId="urn:microsoft.com/office/officeart/2008/layout/CircleAccentTimeline"/>
    <dgm:cxn modelId="{6F5E700F-F626-4DC5-85C3-E511259F0F5D}" srcId="{11D47B3B-6620-488E-912B-A96629694C2F}" destId="{93385CB6-E2C4-46B5-953C-20281E27F1D2}" srcOrd="2" destOrd="0" parTransId="{79D40CFD-F789-4BEC-8655-4F426623A1B6}" sibTransId="{8E4ABA98-3F51-4A40-8067-F0EDE5B096E5}"/>
    <dgm:cxn modelId="{24C41A1C-A779-4923-B00D-7FD73E5080F5}" srcId="{0FE2EEFF-9F08-46E1-B905-8286A3A061B3}" destId="{AD0DCFBE-7973-4F88-8554-DC696D9483F1}" srcOrd="0" destOrd="0" parTransId="{2428F28B-F49E-4FC5-B768-3D37081ACC71}" sibTransId="{4CA45FEB-E9DB-481A-A387-8EAA2CF503E3}"/>
    <dgm:cxn modelId="{8616961E-EFCC-4F2A-AFA9-FE68B54063CD}" type="presOf" srcId="{AD0DCFBE-7973-4F88-8554-DC696D9483F1}" destId="{03A09CB1-6E78-4507-8C68-17814B6EE12F}" srcOrd="0" destOrd="0" presId="urn:microsoft.com/office/officeart/2008/layout/CircleAccentTimeline"/>
    <dgm:cxn modelId="{524FA01E-BA3F-4DF6-B6BE-7AF9D1406983}" type="presOf" srcId="{62A49E8A-FF35-4123-9887-1F13DD4F6F22}" destId="{E35AFE62-D7E0-4369-91BD-75974001A32D}" srcOrd="0" destOrd="0" presId="urn:microsoft.com/office/officeart/2008/layout/CircleAccentTimeline"/>
    <dgm:cxn modelId="{151B212D-5EFE-4BB0-BA04-7CA9FAA56564}" srcId="{62EAE94F-8A12-4D71-882D-CC8BB3ECEECE}" destId="{F4401D90-C288-4A76-8A09-53B41B0CC1F6}" srcOrd="0" destOrd="0" parTransId="{5A730BF8-CA69-49C8-B2E7-CB58B2205506}" sibTransId="{9CB69941-BB7F-4F62-A877-A84179187A39}"/>
    <dgm:cxn modelId="{9C4FDC31-F473-4C9E-93C1-66A8C3225B1B}" type="presOf" srcId="{8B53696A-5052-45A9-81B3-F2273869E480}" destId="{9EEC5362-6B34-4EE7-B366-4798425462A9}" srcOrd="0" destOrd="0" presId="urn:microsoft.com/office/officeart/2008/layout/CircleAccentTimeline"/>
    <dgm:cxn modelId="{56C73D67-753F-466F-924C-0EF81CCD09DB}" srcId="{2C16A6E7-5784-4C70-8B68-66ABCD2C6846}" destId="{1F5913BE-2C8F-417B-8A3B-4470B4A2ABAE}" srcOrd="2" destOrd="0" parTransId="{A13A4AE8-D482-46EE-8BD4-EC87B32D809B}" sibTransId="{3E459699-2809-4E7D-98FA-7769DBBBE2C8}"/>
    <dgm:cxn modelId="{1DED946D-0D34-4586-B1AE-6821D36C1656}" srcId="{1F5913BE-2C8F-417B-8A3B-4470B4A2ABAE}" destId="{62A49E8A-FF35-4123-9887-1F13DD4F6F22}" srcOrd="0" destOrd="0" parTransId="{1149B8FC-BDFF-45C6-9EF4-2D0CAC5F0215}" sibTransId="{FBF42845-0A24-454E-A3F3-5A510312436A}"/>
    <dgm:cxn modelId="{5CA8446F-3815-4537-8F61-4E654613AB8E}" type="presOf" srcId="{F4401D90-C288-4A76-8A09-53B41B0CC1F6}" destId="{36943F4D-FD8E-484B-8850-ED8F5024A234}" srcOrd="0" destOrd="0" presId="urn:microsoft.com/office/officeart/2008/layout/CircleAccentTimeline"/>
    <dgm:cxn modelId="{FE307E4F-44F3-4436-971A-FC0ED565F472}" srcId="{77042D0A-7AD5-48BB-ACBA-CF59451F6D5E}" destId="{5DEFCCFA-2F68-493A-A61D-25B478A5CBBB}" srcOrd="0" destOrd="0" parTransId="{67A93E88-DA22-423B-92E4-7F69C746D1B3}" sibTransId="{57AD5CE7-8B9E-4E71-928E-9C1739C8B7F9}"/>
    <dgm:cxn modelId="{9C2C3C7D-B9E0-4330-B113-F3545341B5ED}" srcId="{2C16A6E7-5784-4C70-8B68-66ABCD2C6846}" destId="{0FE2EEFF-9F08-46E1-B905-8286A3A061B3}" srcOrd="3" destOrd="0" parTransId="{549ED1C4-5327-4E8D-9366-0F0387177A0B}" sibTransId="{A3B2DE39-5EE7-4A87-92C9-78AE90A1824F}"/>
    <dgm:cxn modelId="{189DDC7F-9A44-425F-A6D2-24AAB6476E5C}" type="presOf" srcId="{5DEFCCFA-2F68-493A-A61D-25B478A5CBBB}" destId="{5F5887B8-ABCA-4DAE-8FC3-90F1F1C793BE}" srcOrd="0" destOrd="0" presId="urn:microsoft.com/office/officeart/2008/layout/CircleAccentTimeline"/>
    <dgm:cxn modelId="{07746780-280F-4624-AF53-E4C10597E8C1}" srcId="{F823AA89-8298-4657-9C78-604CE85016FE}" destId="{776F3F10-4227-4D8D-8510-AF928700E493}" srcOrd="0" destOrd="0" parTransId="{5B91CC52-F069-4F49-8AD0-48C9BDC106A9}" sibTransId="{0614801B-846C-403D-B32F-AA3AF2944C10}"/>
    <dgm:cxn modelId="{BDCBE787-E904-486B-8A9C-AAF428108B57}" type="presOf" srcId="{776F3F10-4227-4D8D-8510-AF928700E493}" destId="{EB4B971D-8622-4605-96D0-BF00294F2491}" srcOrd="0" destOrd="0" presId="urn:microsoft.com/office/officeart/2008/layout/CircleAccentTimeline"/>
    <dgm:cxn modelId="{75AD6C8B-A6D9-4563-9A20-6ECDE632A1B6}" srcId="{11D47B3B-6620-488E-912B-A96629694C2F}" destId="{8EF72C0C-B08D-4AB3-BA91-E897DD492BBF}" srcOrd="0" destOrd="0" parTransId="{63671FA8-836C-4CE2-9B07-DDF42D642727}" sibTransId="{5B2D4EAC-4496-4E12-AD5C-1BB8CC291774}"/>
    <dgm:cxn modelId="{C45C268D-EF96-4F58-9750-79B892F49BBB}" type="presOf" srcId="{1F5913BE-2C8F-417B-8A3B-4470B4A2ABAE}" destId="{1BC28610-1A9A-4B89-BC77-F45403C81CEF}" srcOrd="0" destOrd="0" presId="urn:microsoft.com/office/officeart/2008/layout/CircleAccentTimeline"/>
    <dgm:cxn modelId="{1B09A492-6EFB-4D2F-A4FA-D54C8A9B2B8A}" srcId="{2C16A6E7-5784-4C70-8B68-66ABCD2C6846}" destId="{62EAE94F-8A12-4D71-882D-CC8BB3ECEECE}" srcOrd="0" destOrd="0" parTransId="{47DC87CB-6A58-4F03-BAAD-087270B68ADC}" sibTransId="{578FDAFA-BAFC-4A15-A5AF-6CC94638C8F0}"/>
    <dgm:cxn modelId="{65022A99-BFE5-43AD-85E1-0B5DD53DF849}" type="presOf" srcId="{8EF72C0C-B08D-4AB3-BA91-E897DD492BBF}" destId="{73B74C25-C16D-46CD-8425-337B6C098827}" srcOrd="0" destOrd="0" presId="urn:microsoft.com/office/officeart/2008/layout/CircleAccentTimeline"/>
    <dgm:cxn modelId="{307270A9-6CEB-427E-80EE-3EC590238752}" type="presOf" srcId="{0FE2EEFF-9F08-46E1-B905-8286A3A061B3}" destId="{707C0A1E-192B-43BD-9886-7C0E7937ED8E}" srcOrd="0" destOrd="0" presId="urn:microsoft.com/office/officeart/2008/layout/CircleAccentTimeline"/>
    <dgm:cxn modelId="{848136BE-95FB-4489-A450-51C9F108E3C7}" srcId="{2C16A6E7-5784-4C70-8B68-66ABCD2C6846}" destId="{77042D0A-7AD5-48BB-ACBA-CF59451F6D5E}" srcOrd="1" destOrd="0" parTransId="{83A5CE9E-1770-4B17-A942-752529780A10}" sibTransId="{A8C5CD6E-3B30-4412-8AE9-074EF74D3058}"/>
    <dgm:cxn modelId="{F5183EC2-C7D8-4775-888A-255849C9D116}" type="presOf" srcId="{2C16A6E7-5784-4C70-8B68-66ABCD2C6846}" destId="{9D41FE8E-CA4D-43ED-BE02-F59B4AA0726C}" srcOrd="0" destOrd="0" presId="urn:microsoft.com/office/officeart/2008/layout/CircleAccentTimeline"/>
    <dgm:cxn modelId="{766E4ECD-F350-4DAD-B935-0B3877037D83}" srcId="{11D47B3B-6620-488E-912B-A96629694C2F}" destId="{8B53696A-5052-45A9-81B3-F2273869E480}" srcOrd="1" destOrd="0" parTransId="{EC2D4F08-6FB6-413D-816F-A6F5CBD1952F}" sibTransId="{FB860F86-7D40-4A66-8EB3-17B7578347B0}"/>
    <dgm:cxn modelId="{25A0A9D8-07D1-46A3-91BB-8BB40312F488}" srcId="{2C16A6E7-5784-4C70-8B68-66ABCD2C6846}" destId="{11D47B3B-6620-488E-912B-A96629694C2F}" srcOrd="5" destOrd="0" parTransId="{36C07399-D9F5-435D-9091-21921C7DCEA9}" sibTransId="{DD498BC8-78EE-4006-B54C-65EF698A7643}"/>
    <dgm:cxn modelId="{D4627ADE-6731-4C27-B390-E99A9F4E56BA}" type="presOf" srcId="{11D47B3B-6620-488E-912B-A96629694C2F}" destId="{2BB4FFE4-6FC0-43FF-A86B-74ECBF667218}" srcOrd="0" destOrd="0" presId="urn:microsoft.com/office/officeart/2008/layout/CircleAccentTimeline"/>
    <dgm:cxn modelId="{336570DF-66F7-49F1-AB37-E5F856A2FEFA}" type="presOf" srcId="{93385CB6-E2C4-46B5-953C-20281E27F1D2}" destId="{8E8D1EDB-07A0-4013-8585-264FBEF01471}" srcOrd="0" destOrd="0" presId="urn:microsoft.com/office/officeart/2008/layout/CircleAccentTimeline"/>
    <dgm:cxn modelId="{AE5E09E1-F3C0-431C-95B2-A7C340371680}" type="presOf" srcId="{77042D0A-7AD5-48BB-ACBA-CF59451F6D5E}" destId="{5495BB26-33BD-41AC-9F3B-874AE4B883E1}" srcOrd="0" destOrd="0" presId="urn:microsoft.com/office/officeart/2008/layout/CircleAccentTimeline"/>
    <dgm:cxn modelId="{036AE6E5-F398-45B4-AAE3-1674D2A454DB}" type="presOf" srcId="{F823AA89-8298-4657-9C78-604CE85016FE}" destId="{8BB5DFD0-2C4D-4851-ADCD-D39B6246E00E}" srcOrd="0" destOrd="0" presId="urn:microsoft.com/office/officeart/2008/layout/CircleAccentTimeline"/>
    <dgm:cxn modelId="{E70DA06B-1A3C-49BD-9938-902CBB50B84D}" type="presParOf" srcId="{9D41FE8E-CA4D-43ED-BE02-F59B4AA0726C}" destId="{B4BFBE72-2A0E-46ED-83C7-95D6CE6C5C27}" srcOrd="0" destOrd="0" presId="urn:microsoft.com/office/officeart/2008/layout/CircleAccentTimeline"/>
    <dgm:cxn modelId="{672927D4-1F3F-4162-80E9-EF4AD21DE3DB}" type="presParOf" srcId="{B4BFBE72-2A0E-46ED-83C7-95D6CE6C5C27}" destId="{5C0EC78E-A815-4040-B981-E441A380E1E7}" srcOrd="0" destOrd="0" presId="urn:microsoft.com/office/officeart/2008/layout/CircleAccentTimeline"/>
    <dgm:cxn modelId="{205A10B7-8D3A-4E99-83D1-71DF10D93DAF}" type="presParOf" srcId="{B4BFBE72-2A0E-46ED-83C7-95D6CE6C5C27}" destId="{5AC29E2C-DAA7-4393-9F9C-958F5065BB41}" srcOrd="1" destOrd="0" presId="urn:microsoft.com/office/officeart/2008/layout/CircleAccentTimeline"/>
    <dgm:cxn modelId="{7F2EC037-9170-4B03-82ED-D00A0108AFFF}" type="presParOf" srcId="{B4BFBE72-2A0E-46ED-83C7-95D6CE6C5C27}" destId="{221E7051-0140-4A59-9C9C-94FB765C8A87}" srcOrd="2" destOrd="0" presId="urn:microsoft.com/office/officeart/2008/layout/CircleAccentTimeline"/>
    <dgm:cxn modelId="{36BF63ED-7277-46CA-9C9A-8DDDC0C8B59B}" type="presParOf" srcId="{9D41FE8E-CA4D-43ED-BE02-F59B4AA0726C}" destId="{C71396A3-FF0D-424E-8CEE-B2099125FEEF}" srcOrd="1" destOrd="0" presId="urn:microsoft.com/office/officeart/2008/layout/CircleAccentTimeline"/>
    <dgm:cxn modelId="{F0F1581B-1FF3-4057-983E-2821533554AF}" type="presParOf" srcId="{9D41FE8E-CA4D-43ED-BE02-F59B4AA0726C}" destId="{2D213E44-4E4C-412E-BB76-4CBBD6E1975C}" srcOrd="2" destOrd="0" presId="urn:microsoft.com/office/officeart/2008/layout/CircleAccentTimeline"/>
    <dgm:cxn modelId="{1AEC72A5-2989-4158-82B4-5C1EF371B2FA}" type="presParOf" srcId="{9D41FE8E-CA4D-43ED-BE02-F59B4AA0726C}" destId="{8A6726AB-7C3E-4595-85FE-E4798825B62F}" srcOrd="3" destOrd="0" presId="urn:microsoft.com/office/officeart/2008/layout/CircleAccentTimeline"/>
    <dgm:cxn modelId="{E95F5DCC-9035-4E7C-9B1B-B4ADFCA8E0E4}" type="presParOf" srcId="{9D41FE8E-CA4D-43ED-BE02-F59B4AA0726C}" destId="{5B618E8B-FBD1-40A4-B998-DBAA7B5E48ED}" srcOrd="4" destOrd="0" presId="urn:microsoft.com/office/officeart/2008/layout/CircleAccentTimeline"/>
    <dgm:cxn modelId="{A579AD32-0939-4A11-9B9A-896F67AE8CEF}" type="presParOf" srcId="{5B618E8B-FBD1-40A4-B998-DBAA7B5E48ED}" destId="{B712B3B2-160B-4523-9D22-47AECB242555}" srcOrd="0" destOrd="0" presId="urn:microsoft.com/office/officeart/2008/layout/CircleAccentTimeline"/>
    <dgm:cxn modelId="{CF754B9B-E18D-459D-907B-752840A3180B}" type="presParOf" srcId="{5B618E8B-FBD1-40A4-B998-DBAA7B5E48ED}" destId="{36943F4D-FD8E-484B-8850-ED8F5024A234}" srcOrd="1" destOrd="0" presId="urn:microsoft.com/office/officeart/2008/layout/CircleAccentTimeline"/>
    <dgm:cxn modelId="{2E705835-790F-443C-9729-A65CEBF13F75}" type="presParOf" srcId="{5B618E8B-FBD1-40A4-B998-DBAA7B5E48ED}" destId="{C8A0C23D-5A28-4EBB-9E6C-3CDAAA992F37}" srcOrd="2" destOrd="0" presId="urn:microsoft.com/office/officeart/2008/layout/CircleAccentTimeline"/>
    <dgm:cxn modelId="{377D2BC2-22C6-4652-9EB9-1B31D2CC9241}" type="presParOf" srcId="{9D41FE8E-CA4D-43ED-BE02-F59B4AA0726C}" destId="{187F11D6-75BD-4B04-B6AB-A1FAA9748D85}" srcOrd="5" destOrd="0" presId="urn:microsoft.com/office/officeart/2008/layout/CircleAccentTimeline"/>
    <dgm:cxn modelId="{6BC109AD-66B4-4650-A2F7-7F661E57D461}" type="presParOf" srcId="{9D41FE8E-CA4D-43ED-BE02-F59B4AA0726C}" destId="{48365D12-599C-4BA9-A624-996483134794}" srcOrd="6" destOrd="0" presId="urn:microsoft.com/office/officeart/2008/layout/CircleAccentTimeline"/>
    <dgm:cxn modelId="{FBD46BEB-7836-452B-BB87-5EDA973B262A}" type="presParOf" srcId="{9D41FE8E-CA4D-43ED-BE02-F59B4AA0726C}" destId="{F48241E0-9AFD-4522-B3DD-39D19B88744C}" srcOrd="7" destOrd="0" presId="urn:microsoft.com/office/officeart/2008/layout/CircleAccentTimeline"/>
    <dgm:cxn modelId="{822AE38D-606A-446D-B313-89173907C521}" type="presParOf" srcId="{F48241E0-9AFD-4522-B3DD-39D19B88744C}" destId="{0B78CBDC-B84E-4C23-9F04-F0A944C3424F}" srcOrd="0" destOrd="0" presId="urn:microsoft.com/office/officeart/2008/layout/CircleAccentTimeline"/>
    <dgm:cxn modelId="{84A610C5-16A1-4E35-B4CA-BECDABD24E49}" type="presParOf" srcId="{F48241E0-9AFD-4522-B3DD-39D19B88744C}" destId="{5495BB26-33BD-41AC-9F3B-874AE4B883E1}" srcOrd="1" destOrd="0" presId="urn:microsoft.com/office/officeart/2008/layout/CircleAccentTimeline"/>
    <dgm:cxn modelId="{5D0247B6-5F4A-4B1E-8433-981446543C90}" type="presParOf" srcId="{F48241E0-9AFD-4522-B3DD-39D19B88744C}" destId="{823C1BCE-15E2-47AF-917C-08576BF2FC9E}" srcOrd="2" destOrd="0" presId="urn:microsoft.com/office/officeart/2008/layout/CircleAccentTimeline"/>
    <dgm:cxn modelId="{D97F514F-F637-4AF7-9404-F2FC13E9154B}" type="presParOf" srcId="{9D41FE8E-CA4D-43ED-BE02-F59B4AA0726C}" destId="{766755F3-9BF5-44E7-9E23-6B0737E4CCC9}" srcOrd="8" destOrd="0" presId="urn:microsoft.com/office/officeart/2008/layout/CircleAccentTimeline"/>
    <dgm:cxn modelId="{9311FDF1-8458-4231-9651-0E5C3194EEA2}" type="presParOf" srcId="{9D41FE8E-CA4D-43ED-BE02-F59B4AA0726C}" destId="{AD749750-0A74-4C07-B0DC-735B3D076FE8}" srcOrd="9" destOrd="0" presId="urn:microsoft.com/office/officeart/2008/layout/CircleAccentTimeline"/>
    <dgm:cxn modelId="{D7A0286F-BBD5-4DBF-82CC-C74F95187422}" type="presParOf" srcId="{9D41FE8E-CA4D-43ED-BE02-F59B4AA0726C}" destId="{54ECA860-190F-446D-B0F4-A6B3C71F3F6F}" srcOrd="10" destOrd="0" presId="urn:microsoft.com/office/officeart/2008/layout/CircleAccentTimeline"/>
    <dgm:cxn modelId="{3CF09282-1761-455D-BB94-B94932991770}" type="presParOf" srcId="{9D41FE8E-CA4D-43ED-BE02-F59B4AA0726C}" destId="{6778EC89-B0B4-424A-87D4-C90263861D13}" srcOrd="11" destOrd="0" presId="urn:microsoft.com/office/officeart/2008/layout/CircleAccentTimeline"/>
    <dgm:cxn modelId="{DCAA7DFE-697D-4715-B8EF-EB5D27553A86}" type="presParOf" srcId="{6778EC89-B0B4-424A-87D4-C90263861D13}" destId="{39722311-9A1E-4A97-8473-99EE2ACACCF4}" srcOrd="0" destOrd="0" presId="urn:microsoft.com/office/officeart/2008/layout/CircleAccentTimeline"/>
    <dgm:cxn modelId="{617536E8-1178-490F-B62B-CF4AA920BFF4}" type="presParOf" srcId="{6778EC89-B0B4-424A-87D4-C90263861D13}" destId="{5F5887B8-ABCA-4DAE-8FC3-90F1F1C793BE}" srcOrd="1" destOrd="0" presId="urn:microsoft.com/office/officeart/2008/layout/CircleAccentTimeline"/>
    <dgm:cxn modelId="{28A73A0A-8963-4DD5-B406-24E3C3C6FF34}" type="presParOf" srcId="{6778EC89-B0B4-424A-87D4-C90263861D13}" destId="{49788C32-68CA-4D06-AD20-D07CCEE59EFD}" srcOrd="2" destOrd="0" presId="urn:microsoft.com/office/officeart/2008/layout/CircleAccentTimeline"/>
    <dgm:cxn modelId="{A13D7A94-97F0-456A-BCF6-FC4A89D04026}" type="presParOf" srcId="{9D41FE8E-CA4D-43ED-BE02-F59B4AA0726C}" destId="{FB0B00B0-873F-4830-9B6A-1EC76F9AB7F0}" srcOrd="12" destOrd="0" presId="urn:microsoft.com/office/officeart/2008/layout/CircleAccentTimeline"/>
    <dgm:cxn modelId="{938E552B-17CE-4A0B-93AA-E9A4D6328044}" type="presParOf" srcId="{9D41FE8E-CA4D-43ED-BE02-F59B4AA0726C}" destId="{B3AFA78E-2776-4EC7-BCD5-D9521E7CF27E}" srcOrd="13" destOrd="0" presId="urn:microsoft.com/office/officeart/2008/layout/CircleAccentTimeline"/>
    <dgm:cxn modelId="{75664E14-9933-4037-BC32-6EC6C2D5F3D3}" type="presParOf" srcId="{9D41FE8E-CA4D-43ED-BE02-F59B4AA0726C}" destId="{DC0BA1FE-AFDE-4157-BEEE-06A310CAE772}" srcOrd="14" destOrd="0" presId="urn:microsoft.com/office/officeart/2008/layout/CircleAccentTimeline"/>
    <dgm:cxn modelId="{68CD9F52-CC30-490D-8FE1-863D55210626}" type="presParOf" srcId="{DC0BA1FE-AFDE-4157-BEEE-06A310CAE772}" destId="{509535DB-8DCD-4F35-B40F-8AF6EFCC2BD4}" srcOrd="0" destOrd="0" presId="urn:microsoft.com/office/officeart/2008/layout/CircleAccentTimeline"/>
    <dgm:cxn modelId="{E7C34AE0-FE50-43F2-80A7-DB8C98CFCA9C}" type="presParOf" srcId="{DC0BA1FE-AFDE-4157-BEEE-06A310CAE772}" destId="{1BC28610-1A9A-4B89-BC77-F45403C81CEF}" srcOrd="1" destOrd="0" presId="urn:microsoft.com/office/officeart/2008/layout/CircleAccentTimeline"/>
    <dgm:cxn modelId="{DFB8B958-EF8E-452C-B8B5-A2A85E0DAD0E}" type="presParOf" srcId="{DC0BA1FE-AFDE-4157-BEEE-06A310CAE772}" destId="{948E6D6B-807B-4DBE-8158-869D156D45C6}" srcOrd="2" destOrd="0" presId="urn:microsoft.com/office/officeart/2008/layout/CircleAccentTimeline"/>
    <dgm:cxn modelId="{B96D8CD9-9342-457B-A357-FC19045D743C}" type="presParOf" srcId="{9D41FE8E-CA4D-43ED-BE02-F59B4AA0726C}" destId="{A4D3B106-5269-4823-8DEE-0EDE0D27FCFA}" srcOrd="15" destOrd="0" presId="urn:microsoft.com/office/officeart/2008/layout/CircleAccentTimeline"/>
    <dgm:cxn modelId="{7BB4DE89-5B46-4FA7-B464-A7E22A70405F}" type="presParOf" srcId="{9D41FE8E-CA4D-43ED-BE02-F59B4AA0726C}" destId="{556EB691-80DF-4641-9D7A-51A4D706B92C}" srcOrd="16" destOrd="0" presId="urn:microsoft.com/office/officeart/2008/layout/CircleAccentTimeline"/>
    <dgm:cxn modelId="{862FEBB0-BD8F-4576-9798-D58013BFC3F3}" type="presParOf" srcId="{9D41FE8E-CA4D-43ED-BE02-F59B4AA0726C}" destId="{8E33D1A1-9B54-43DA-A41E-6A0B766073EF}" srcOrd="17" destOrd="0" presId="urn:microsoft.com/office/officeart/2008/layout/CircleAccentTimeline"/>
    <dgm:cxn modelId="{0DCD84E7-5D2A-43B9-A1CD-B6CC3D13E529}" type="presParOf" srcId="{9D41FE8E-CA4D-43ED-BE02-F59B4AA0726C}" destId="{AADC1B67-854D-40F5-AA9A-1D31B0B2062C}" srcOrd="18" destOrd="0" presId="urn:microsoft.com/office/officeart/2008/layout/CircleAccentTimeline"/>
    <dgm:cxn modelId="{12A56133-CE1E-4228-8B68-85E09DA260D1}" type="presParOf" srcId="{AADC1B67-854D-40F5-AA9A-1D31B0B2062C}" destId="{A02AEAE2-CBB3-4479-98C9-AB170F047DDB}" srcOrd="0" destOrd="0" presId="urn:microsoft.com/office/officeart/2008/layout/CircleAccentTimeline"/>
    <dgm:cxn modelId="{6A79503A-0BE4-4045-A557-FA4CD5C7E1AC}" type="presParOf" srcId="{AADC1B67-854D-40F5-AA9A-1D31B0B2062C}" destId="{E35AFE62-D7E0-4369-91BD-75974001A32D}" srcOrd="1" destOrd="0" presId="urn:microsoft.com/office/officeart/2008/layout/CircleAccentTimeline"/>
    <dgm:cxn modelId="{4D2D617C-4354-4552-A98E-DDD32D42517C}" type="presParOf" srcId="{AADC1B67-854D-40F5-AA9A-1D31B0B2062C}" destId="{500A6424-5693-4380-9F65-A79D401F9766}" srcOrd="2" destOrd="0" presId="urn:microsoft.com/office/officeart/2008/layout/CircleAccentTimeline"/>
    <dgm:cxn modelId="{D51C2AEE-5C23-4DDE-B044-2F5FCD336BF9}" type="presParOf" srcId="{9D41FE8E-CA4D-43ED-BE02-F59B4AA0726C}" destId="{2E9A40A9-7B43-4959-B8C3-6213572755FD}" srcOrd="19" destOrd="0" presId="urn:microsoft.com/office/officeart/2008/layout/CircleAccentTimeline"/>
    <dgm:cxn modelId="{8B635BE4-5A44-41D4-A983-57361F5C665A}" type="presParOf" srcId="{9D41FE8E-CA4D-43ED-BE02-F59B4AA0726C}" destId="{A1027EDC-ACD6-49C8-BB5F-49D998CBF48D}" srcOrd="20" destOrd="0" presId="urn:microsoft.com/office/officeart/2008/layout/CircleAccentTimeline"/>
    <dgm:cxn modelId="{D2C46006-ED7A-4BE2-BCA4-DA1848C51C7E}" type="presParOf" srcId="{9D41FE8E-CA4D-43ED-BE02-F59B4AA0726C}" destId="{F3952DCB-3F44-4F15-B6E4-CB4C61D3A668}" srcOrd="21" destOrd="0" presId="urn:microsoft.com/office/officeart/2008/layout/CircleAccentTimeline"/>
    <dgm:cxn modelId="{55D42045-2987-446B-8224-6861AB5D7068}" type="presParOf" srcId="{F3952DCB-3F44-4F15-B6E4-CB4C61D3A668}" destId="{C876EE54-D3E8-4F43-B36C-750F244E1A2E}" srcOrd="0" destOrd="0" presId="urn:microsoft.com/office/officeart/2008/layout/CircleAccentTimeline"/>
    <dgm:cxn modelId="{54D27E35-9586-4D85-A7D2-D53F3E6514D9}" type="presParOf" srcId="{F3952DCB-3F44-4F15-B6E4-CB4C61D3A668}" destId="{707C0A1E-192B-43BD-9886-7C0E7937ED8E}" srcOrd="1" destOrd="0" presId="urn:microsoft.com/office/officeart/2008/layout/CircleAccentTimeline"/>
    <dgm:cxn modelId="{38075803-9213-469E-B00F-4594AE527555}" type="presParOf" srcId="{F3952DCB-3F44-4F15-B6E4-CB4C61D3A668}" destId="{EBDF4BA8-6447-463C-96F0-37BE173CE232}" srcOrd="2" destOrd="0" presId="urn:microsoft.com/office/officeart/2008/layout/CircleAccentTimeline"/>
    <dgm:cxn modelId="{296F9DCD-17C3-432C-8EBB-BF7CB2558CE5}" type="presParOf" srcId="{9D41FE8E-CA4D-43ED-BE02-F59B4AA0726C}" destId="{D2B53D61-8CD3-43CF-BA70-5A762041C42D}" srcOrd="22" destOrd="0" presId="urn:microsoft.com/office/officeart/2008/layout/CircleAccentTimeline"/>
    <dgm:cxn modelId="{BFED0D57-75DD-4F9E-B0D8-4974FE3D352C}" type="presParOf" srcId="{9D41FE8E-CA4D-43ED-BE02-F59B4AA0726C}" destId="{339E9711-6285-4600-969B-8D3D0B8D26FC}" srcOrd="23" destOrd="0" presId="urn:microsoft.com/office/officeart/2008/layout/CircleAccentTimeline"/>
    <dgm:cxn modelId="{2E26EEBB-6A81-428B-9121-C458492E317A}" type="presParOf" srcId="{9D41FE8E-CA4D-43ED-BE02-F59B4AA0726C}" destId="{3300EEE3-E98B-4AC5-A282-A047895A80CB}" srcOrd="24" destOrd="0" presId="urn:microsoft.com/office/officeart/2008/layout/CircleAccentTimeline"/>
    <dgm:cxn modelId="{8F47E8FD-4284-4803-A849-767113332784}" type="presParOf" srcId="{9D41FE8E-CA4D-43ED-BE02-F59B4AA0726C}" destId="{63BF731B-088B-4E3E-BE1E-FC5D4D292474}" srcOrd="25" destOrd="0" presId="urn:microsoft.com/office/officeart/2008/layout/CircleAccentTimeline"/>
    <dgm:cxn modelId="{10C7DE93-00FF-49B0-AF42-87ECF39BC561}" type="presParOf" srcId="{63BF731B-088B-4E3E-BE1E-FC5D4D292474}" destId="{1F5DFE75-47B1-432A-A27E-1887A4AE7C4B}" srcOrd="0" destOrd="0" presId="urn:microsoft.com/office/officeart/2008/layout/CircleAccentTimeline"/>
    <dgm:cxn modelId="{46B15BD1-5BD0-4EA1-9BBD-1054482E3E5A}" type="presParOf" srcId="{63BF731B-088B-4E3E-BE1E-FC5D4D292474}" destId="{03A09CB1-6E78-4507-8C68-17814B6EE12F}" srcOrd="1" destOrd="0" presId="urn:microsoft.com/office/officeart/2008/layout/CircleAccentTimeline"/>
    <dgm:cxn modelId="{F3A00804-4AF5-4BD0-9733-02F9D3E2730B}" type="presParOf" srcId="{63BF731B-088B-4E3E-BE1E-FC5D4D292474}" destId="{1CD726FA-8DF2-4A4D-92D7-B4B01C10F20E}" srcOrd="2" destOrd="0" presId="urn:microsoft.com/office/officeart/2008/layout/CircleAccentTimeline"/>
    <dgm:cxn modelId="{3F87893F-9077-46E1-9853-16095BEA54E5}" type="presParOf" srcId="{9D41FE8E-CA4D-43ED-BE02-F59B4AA0726C}" destId="{FBEB56B6-E314-493F-AF26-BDB3CC1642B2}" srcOrd="26" destOrd="0" presId="urn:microsoft.com/office/officeart/2008/layout/CircleAccentTimeline"/>
    <dgm:cxn modelId="{A61789A0-D4C7-465A-AF74-F69A4263AE5F}" type="presParOf" srcId="{9D41FE8E-CA4D-43ED-BE02-F59B4AA0726C}" destId="{637C5200-2EA0-49AB-BEFA-32E159D83D00}" srcOrd="27" destOrd="0" presId="urn:microsoft.com/office/officeart/2008/layout/CircleAccentTimeline"/>
    <dgm:cxn modelId="{4C47AF4B-78EB-43A2-B8FB-3E3DF155E687}" type="presParOf" srcId="{9D41FE8E-CA4D-43ED-BE02-F59B4AA0726C}" destId="{66113CE0-0C86-49A7-BE08-841EA538049A}" srcOrd="28" destOrd="0" presId="urn:microsoft.com/office/officeart/2008/layout/CircleAccentTimeline"/>
    <dgm:cxn modelId="{CD42F1BC-FD1C-4150-B1F6-8C0A266B1757}" type="presParOf" srcId="{66113CE0-0C86-49A7-BE08-841EA538049A}" destId="{02D01A35-A03B-44F1-8D11-52EE1671CFDE}" srcOrd="0" destOrd="0" presId="urn:microsoft.com/office/officeart/2008/layout/CircleAccentTimeline"/>
    <dgm:cxn modelId="{95198291-4141-4376-BF8C-3E143EF3ABA7}" type="presParOf" srcId="{66113CE0-0C86-49A7-BE08-841EA538049A}" destId="{8BB5DFD0-2C4D-4851-ADCD-D39B6246E00E}" srcOrd="1" destOrd="0" presId="urn:microsoft.com/office/officeart/2008/layout/CircleAccentTimeline"/>
    <dgm:cxn modelId="{2D3D1F54-E155-4666-888D-927EAECBC07C}" type="presParOf" srcId="{66113CE0-0C86-49A7-BE08-841EA538049A}" destId="{6FAA8C6E-A9D5-43A3-B0B2-71E10E24CD7C}" srcOrd="2" destOrd="0" presId="urn:microsoft.com/office/officeart/2008/layout/CircleAccentTimeline"/>
    <dgm:cxn modelId="{6566A16F-B7C1-40F3-986D-1287348D96CF}" type="presParOf" srcId="{9D41FE8E-CA4D-43ED-BE02-F59B4AA0726C}" destId="{695FC57D-1F0D-486D-A404-F7B46DBEE791}" srcOrd="29" destOrd="0" presId="urn:microsoft.com/office/officeart/2008/layout/CircleAccentTimeline"/>
    <dgm:cxn modelId="{A8847BA4-1689-4C76-A28E-61C2067E1B82}" type="presParOf" srcId="{9D41FE8E-CA4D-43ED-BE02-F59B4AA0726C}" destId="{661E6FFD-8944-4C83-B3E9-CF700C25BF1B}" srcOrd="30" destOrd="0" presId="urn:microsoft.com/office/officeart/2008/layout/CircleAccentTimeline"/>
    <dgm:cxn modelId="{BBA89ED8-4740-477D-9B90-9E053E7D66DE}" type="presParOf" srcId="{9D41FE8E-CA4D-43ED-BE02-F59B4AA0726C}" destId="{2F18AF6D-C205-4BA0-8B36-D18B6CD9CDE9}" srcOrd="31" destOrd="0" presId="urn:microsoft.com/office/officeart/2008/layout/CircleAccentTimeline"/>
    <dgm:cxn modelId="{09968191-E7C3-4255-ADF9-AE9A8AB4E7AC}" type="presParOf" srcId="{9D41FE8E-CA4D-43ED-BE02-F59B4AA0726C}" destId="{9B3FBB8E-BE1D-45FB-8519-5A8441A9FC9C}" srcOrd="32" destOrd="0" presId="urn:microsoft.com/office/officeart/2008/layout/CircleAccentTimeline"/>
    <dgm:cxn modelId="{D7E9C6C6-2C7E-45FD-96EB-1A942161A812}" type="presParOf" srcId="{9B3FBB8E-BE1D-45FB-8519-5A8441A9FC9C}" destId="{493A9E4D-291D-4418-A106-94EF3C456E3D}" srcOrd="0" destOrd="0" presId="urn:microsoft.com/office/officeart/2008/layout/CircleAccentTimeline"/>
    <dgm:cxn modelId="{AF7B64E9-A003-4F83-96D4-E9F8F0564BAC}" type="presParOf" srcId="{9B3FBB8E-BE1D-45FB-8519-5A8441A9FC9C}" destId="{EB4B971D-8622-4605-96D0-BF00294F2491}" srcOrd="1" destOrd="0" presId="urn:microsoft.com/office/officeart/2008/layout/CircleAccentTimeline"/>
    <dgm:cxn modelId="{5DF6C0AA-0CA8-4E11-97B8-3CF6EA27E567}" type="presParOf" srcId="{9B3FBB8E-BE1D-45FB-8519-5A8441A9FC9C}" destId="{01D74C92-F921-4B45-816E-5092F604F4F5}" srcOrd="2" destOrd="0" presId="urn:microsoft.com/office/officeart/2008/layout/CircleAccentTimeline"/>
    <dgm:cxn modelId="{5744F571-2509-407C-B7EA-1B43DDFAB7E9}" type="presParOf" srcId="{9D41FE8E-CA4D-43ED-BE02-F59B4AA0726C}" destId="{A8FBC05B-4C03-4C5D-97F7-3076DBD47581}" srcOrd="33" destOrd="0" presId="urn:microsoft.com/office/officeart/2008/layout/CircleAccentTimeline"/>
    <dgm:cxn modelId="{D87C3EFA-212E-4EE8-B6D5-36D76C550039}" type="presParOf" srcId="{9D41FE8E-CA4D-43ED-BE02-F59B4AA0726C}" destId="{417348F0-BBB9-46F9-A92F-D683148567A0}" srcOrd="34" destOrd="0" presId="urn:microsoft.com/office/officeart/2008/layout/CircleAccentTimeline"/>
    <dgm:cxn modelId="{F057F197-BC67-4B8D-84AA-A61AE59254A5}" type="presParOf" srcId="{9D41FE8E-CA4D-43ED-BE02-F59B4AA0726C}" destId="{6CEFFDC6-DD37-4BC7-8319-35F4D7030C8F}" srcOrd="35" destOrd="0" presId="urn:microsoft.com/office/officeart/2008/layout/CircleAccentTimeline"/>
    <dgm:cxn modelId="{5BACAAB2-C286-45AB-B050-3FFD11963A6A}" type="presParOf" srcId="{6CEFFDC6-DD37-4BC7-8319-35F4D7030C8F}" destId="{3F589FE5-3611-4369-AEC9-92C68420E208}" srcOrd="0" destOrd="0" presId="urn:microsoft.com/office/officeart/2008/layout/CircleAccentTimeline"/>
    <dgm:cxn modelId="{780B7D89-511E-4D60-BE4B-4324383E2E0A}" type="presParOf" srcId="{6CEFFDC6-DD37-4BC7-8319-35F4D7030C8F}" destId="{2BB4FFE4-6FC0-43FF-A86B-74ECBF667218}" srcOrd="1" destOrd="0" presId="urn:microsoft.com/office/officeart/2008/layout/CircleAccentTimeline"/>
    <dgm:cxn modelId="{57DB3E72-7116-4989-93B2-07D751AA8F2B}" type="presParOf" srcId="{6CEFFDC6-DD37-4BC7-8319-35F4D7030C8F}" destId="{672D6234-E06B-4B2B-B25E-8100A4843082}" srcOrd="2" destOrd="0" presId="urn:microsoft.com/office/officeart/2008/layout/CircleAccentTimeline"/>
    <dgm:cxn modelId="{543E5695-16A3-4636-B36A-4BBD8174DA34}" type="presParOf" srcId="{9D41FE8E-CA4D-43ED-BE02-F59B4AA0726C}" destId="{4672B9DC-4673-446A-88F2-C1D9DAE54C50}" srcOrd="36" destOrd="0" presId="urn:microsoft.com/office/officeart/2008/layout/CircleAccentTimeline"/>
    <dgm:cxn modelId="{239FEC9E-7243-4DD4-A3C8-34E542D19B16}" type="presParOf" srcId="{9D41FE8E-CA4D-43ED-BE02-F59B4AA0726C}" destId="{B0BFBE83-0427-4754-BEFA-75190E865091}" srcOrd="37" destOrd="0" presId="urn:microsoft.com/office/officeart/2008/layout/CircleAccentTimeline"/>
    <dgm:cxn modelId="{9C1359EB-E9B4-4B30-BD50-3CE4FE91894C}" type="presParOf" srcId="{9D41FE8E-CA4D-43ED-BE02-F59B4AA0726C}" destId="{28C57165-8D20-49B7-9855-175AABE846CA}" srcOrd="38" destOrd="0" presId="urn:microsoft.com/office/officeart/2008/layout/CircleAccentTimeline"/>
    <dgm:cxn modelId="{3D2213F5-9C3E-41FD-9A9B-BA18B391DFBC}" type="presParOf" srcId="{9D41FE8E-CA4D-43ED-BE02-F59B4AA0726C}" destId="{668E7551-56AF-4239-B9CB-069A1303F3A6}" srcOrd="39" destOrd="0" presId="urn:microsoft.com/office/officeart/2008/layout/CircleAccentTimeline"/>
    <dgm:cxn modelId="{AD370F8A-58C5-4E9E-9DE8-E13480820074}" type="presParOf" srcId="{668E7551-56AF-4239-B9CB-069A1303F3A6}" destId="{D5E3C315-551C-42FC-A988-4E393415BE21}" srcOrd="0" destOrd="0" presId="urn:microsoft.com/office/officeart/2008/layout/CircleAccentTimeline"/>
    <dgm:cxn modelId="{D6AC0A31-AB54-44D8-9610-B4A33D894E98}" type="presParOf" srcId="{668E7551-56AF-4239-B9CB-069A1303F3A6}" destId="{73B74C25-C16D-46CD-8425-337B6C098827}" srcOrd="1" destOrd="0" presId="urn:microsoft.com/office/officeart/2008/layout/CircleAccentTimeline"/>
    <dgm:cxn modelId="{86784CC0-29E3-4DA2-B8DA-6543ED9C8487}" type="presParOf" srcId="{668E7551-56AF-4239-B9CB-069A1303F3A6}" destId="{806703D0-E98C-44B9-8552-5AECBACDD2E1}" srcOrd="2" destOrd="0" presId="urn:microsoft.com/office/officeart/2008/layout/CircleAccentTimeline"/>
    <dgm:cxn modelId="{9D44CC1D-EEA5-4286-8A43-C8703EF6F1AD}" type="presParOf" srcId="{9D41FE8E-CA4D-43ED-BE02-F59B4AA0726C}" destId="{2BE0855B-6315-4D0C-9877-09F54F2C4400}" srcOrd="40" destOrd="0" presId="urn:microsoft.com/office/officeart/2008/layout/CircleAccentTimeline"/>
    <dgm:cxn modelId="{FAB9A84C-0DD5-4F3D-AEC9-F860FA4A52A1}" type="presParOf" srcId="{9D41FE8E-CA4D-43ED-BE02-F59B4AA0726C}" destId="{1449D057-2D80-4630-A6B1-5E9139CC32A6}" srcOrd="41" destOrd="0" presId="urn:microsoft.com/office/officeart/2008/layout/CircleAccentTimeline"/>
    <dgm:cxn modelId="{52755F7F-A0D9-438F-98C9-3A393DBF4C67}" type="presParOf" srcId="{9D41FE8E-CA4D-43ED-BE02-F59B4AA0726C}" destId="{CA7765A7-4570-4087-A1A8-87ADA348A2FF}" srcOrd="42" destOrd="0" presId="urn:microsoft.com/office/officeart/2008/layout/CircleAccentTimeline"/>
    <dgm:cxn modelId="{C295C5B6-E105-4A0B-8745-4287F02F208B}" type="presParOf" srcId="{9D41FE8E-CA4D-43ED-BE02-F59B4AA0726C}" destId="{DB3A320B-08C4-49DF-86F3-8DF3F26F28CD}" srcOrd="43" destOrd="0" presId="urn:microsoft.com/office/officeart/2008/layout/CircleAccentTimeline"/>
    <dgm:cxn modelId="{127E863F-F9E8-4E2A-96F9-07EED001751C}" type="presParOf" srcId="{DB3A320B-08C4-49DF-86F3-8DF3F26F28CD}" destId="{34E8DA69-DC98-4F87-974F-25569558B326}" srcOrd="0" destOrd="0" presId="urn:microsoft.com/office/officeart/2008/layout/CircleAccentTimeline"/>
    <dgm:cxn modelId="{B043FF21-BF44-474A-A575-38150D057DDF}" type="presParOf" srcId="{DB3A320B-08C4-49DF-86F3-8DF3F26F28CD}" destId="{9EEC5362-6B34-4EE7-B366-4798425462A9}" srcOrd="1" destOrd="0" presId="urn:microsoft.com/office/officeart/2008/layout/CircleAccentTimeline"/>
    <dgm:cxn modelId="{2DDCB460-D099-41B4-9E73-6D110173E20A}" type="presParOf" srcId="{DB3A320B-08C4-49DF-86F3-8DF3F26F28CD}" destId="{C6768942-7EA0-4373-9A41-AB6A0644B4DE}" srcOrd="2" destOrd="0" presId="urn:microsoft.com/office/officeart/2008/layout/CircleAccentTimeline"/>
    <dgm:cxn modelId="{4CEEC333-E491-4669-8C43-F267A00ADF5A}" type="presParOf" srcId="{9D41FE8E-CA4D-43ED-BE02-F59B4AA0726C}" destId="{BD1463D1-EE7C-4403-AD0D-B3FAE4FF3425}" srcOrd="44" destOrd="0" presId="urn:microsoft.com/office/officeart/2008/layout/CircleAccentTimeline"/>
    <dgm:cxn modelId="{5A945F07-A15B-4AE0-B003-98A1E294EE08}" type="presParOf" srcId="{9D41FE8E-CA4D-43ED-BE02-F59B4AA0726C}" destId="{B9E28CB8-4577-4835-842A-6E7EA70515F0}" srcOrd="45" destOrd="0" presId="urn:microsoft.com/office/officeart/2008/layout/CircleAccentTimeline"/>
    <dgm:cxn modelId="{642AA5C1-D407-4C06-998F-B35BA2AD2CB0}" type="presParOf" srcId="{9D41FE8E-CA4D-43ED-BE02-F59B4AA0726C}" destId="{1034F56D-4538-49DF-B9EB-10D39EBECFE5}" srcOrd="46" destOrd="0" presId="urn:microsoft.com/office/officeart/2008/layout/CircleAccentTimeline"/>
    <dgm:cxn modelId="{C7E2566A-A3B8-4AE3-ACDE-56D96C6BA6B9}" type="presParOf" srcId="{9D41FE8E-CA4D-43ED-BE02-F59B4AA0726C}" destId="{BD5C2984-FE06-4377-B50B-495E68426715}" srcOrd="47" destOrd="0" presId="urn:microsoft.com/office/officeart/2008/layout/CircleAccentTimeline"/>
    <dgm:cxn modelId="{E3FC85BA-7532-4587-B999-5045F0A9FFE4}" type="presParOf" srcId="{BD5C2984-FE06-4377-B50B-495E68426715}" destId="{B684AE01-DB3F-4ABB-BF44-8161CA2AC59F}" srcOrd="0" destOrd="0" presId="urn:microsoft.com/office/officeart/2008/layout/CircleAccentTimeline"/>
    <dgm:cxn modelId="{CD0A5F3B-F319-4FBF-B6EC-D267735D1837}" type="presParOf" srcId="{BD5C2984-FE06-4377-B50B-495E68426715}" destId="{8E8D1EDB-07A0-4013-8585-264FBEF01471}" srcOrd="1" destOrd="0" presId="urn:microsoft.com/office/officeart/2008/layout/CircleAccentTimeline"/>
    <dgm:cxn modelId="{7CE4D004-A11B-4118-B26D-9D2554C6935F}" type="presParOf" srcId="{BD5C2984-FE06-4377-B50B-495E68426715}" destId="{0B33F870-442A-4CCC-B3EC-0315D5093D63}" srcOrd="2" destOrd="0" presId="urn:microsoft.com/office/officeart/2008/layout/CircleAccentTimeline"/>
    <dgm:cxn modelId="{5390F385-05E0-4E13-8804-3F9E5EEBC0D7}" type="presParOf" srcId="{9D41FE8E-CA4D-43ED-BE02-F59B4AA0726C}" destId="{B5D371EE-D0FB-487A-936A-DE2FCB1DBA55}" srcOrd="48" destOrd="0" presId="urn:microsoft.com/office/officeart/2008/layout/CircleAccentTimeline"/>
    <dgm:cxn modelId="{6D22DB58-F1FC-45A9-9077-001BF8274A50}" type="presParOf" srcId="{9D41FE8E-CA4D-43ED-BE02-F59B4AA0726C}" destId="{1FCB8D45-F285-4FEF-BF8E-559EFBD1449A}" srcOrd="49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16A6E7-5784-4C70-8B68-66ABCD2C6846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997011-486F-45B5-8445-7267BEEEEA31}">
      <dgm:prSet phldrT="[Text]"/>
      <dgm:spPr/>
      <dgm:t>
        <a:bodyPr/>
        <a:lstStyle/>
        <a:p>
          <a:r>
            <a:rPr lang="en-US" dirty="0"/>
            <a:t>1980</a:t>
          </a:r>
        </a:p>
      </dgm:t>
    </dgm:pt>
    <dgm:pt modelId="{1E81E02D-F7A9-499A-A3C0-8DD15A09165F}" type="parTrans" cxnId="{9F76D8AE-CE29-464A-9958-FF8C69C3FF7D}">
      <dgm:prSet/>
      <dgm:spPr/>
      <dgm:t>
        <a:bodyPr/>
        <a:lstStyle/>
        <a:p>
          <a:endParaRPr lang="en-US"/>
        </a:p>
      </dgm:t>
    </dgm:pt>
    <dgm:pt modelId="{C823E6C3-7CC9-4D26-99AE-AA86CFA56896}" type="sibTrans" cxnId="{9F76D8AE-CE29-464A-9958-FF8C69C3FF7D}">
      <dgm:prSet/>
      <dgm:spPr/>
      <dgm:t>
        <a:bodyPr/>
        <a:lstStyle/>
        <a:p>
          <a:endParaRPr lang="en-US"/>
        </a:p>
      </dgm:t>
    </dgm:pt>
    <dgm:pt modelId="{541D7D9D-9101-467C-AB80-909BB0CECE99}">
      <dgm:prSet phldrT="[Text]"/>
      <dgm:spPr/>
      <dgm:t>
        <a:bodyPr/>
        <a:lstStyle/>
        <a:p>
          <a:r>
            <a:rPr lang="en-US" dirty="0"/>
            <a:t>Ada</a:t>
          </a:r>
        </a:p>
      </dgm:t>
    </dgm:pt>
    <dgm:pt modelId="{D0CCDE43-DB9E-4C0D-8BED-635A2E0C5D43}" type="parTrans" cxnId="{54390202-1387-4505-A804-36B984ECB9AC}">
      <dgm:prSet/>
      <dgm:spPr/>
      <dgm:t>
        <a:bodyPr/>
        <a:lstStyle/>
        <a:p>
          <a:endParaRPr lang="en-US"/>
        </a:p>
      </dgm:t>
    </dgm:pt>
    <dgm:pt modelId="{D0021B13-6B32-473D-ADFD-41E73F350584}" type="sibTrans" cxnId="{54390202-1387-4505-A804-36B984ECB9AC}">
      <dgm:prSet/>
      <dgm:spPr/>
      <dgm:t>
        <a:bodyPr/>
        <a:lstStyle/>
        <a:p>
          <a:endParaRPr lang="en-US"/>
        </a:p>
      </dgm:t>
    </dgm:pt>
    <dgm:pt modelId="{E1F64A1A-BF30-47F4-81B2-8F575CFB78BD}">
      <dgm:prSet phldrT="[Text]"/>
      <dgm:spPr/>
      <dgm:t>
        <a:bodyPr/>
        <a:lstStyle/>
        <a:p>
          <a:r>
            <a:rPr lang="en-US" dirty="0"/>
            <a:t>1983</a:t>
          </a:r>
        </a:p>
      </dgm:t>
    </dgm:pt>
    <dgm:pt modelId="{08BF35C3-C647-4E2B-A92A-ADEA204615BB}" type="parTrans" cxnId="{034B7A37-CADD-4040-8DDC-F7AA7DB9A945}">
      <dgm:prSet/>
      <dgm:spPr/>
      <dgm:t>
        <a:bodyPr/>
        <a:lstStyle/>
        <a:p>
          <a:endParaRPr lang="en-US"/>
        </a:p>
      </dgm:t>
    </dgm:pt>
    <dgm:pt modelId="{49AA5C5B-CCFC-4CBF-B5E9-7DE32DB986C3}" type="sibTrans" cxnId="{034B7A37-CADD-4040-8DDC-F7AA7DB9A945}">
      <dgm:prSet/>
      <dgm:spPr/>
      <dgm:t>
        <a:bodyPr/>
        <a:lstStyle/>
        <a:p>
          <a:endParaRPr lang="en-US"/>
        </a:p>
      </dgm:t>
    </dgm:pt>
    <dgm:pt modelId="{3A176EDA-6A08-438D-8C56-A98077068839}">
      <dgm:prSet phldrT="[Text]"/>
      <dgm:spPr/>
      <dgm:t>
        <a:bodyPr/>
        <a:lstStyle/>
        <a:p>
          <a:r>
            <a:rPr lang="en-US" dirty="0"/>
            <a:t>C++</a:t>
          </a:r>
        </a:p>
      </dgm:t>
    </dgm:pt>
    <dgm:pt modelId="{6BBD1F9F-8D6A-4611-B44D-D1E072189110}" type="parTrans" cxnId="{6FD6F8BD-5644-4239-953D-8F7A421D1645}">
      <dgm:prSet/>
      <dgm:spPr/>
      <dgm:t>
        <a:bodyPr/>
        <a:lstStyle/>
        <a:p>
          <a:endParaRPr lang="en-US"/>
        </a:p>
      </dgm:t>
    </dgm:pt>
    <dgm:pt modelId="{5C3634E0-7E21-4D23-9896-AC78B26B5B69}" type="sibTrans" cxnId="{6FD6F8BD-5644-4239-953D-8F7A421D1645}">
      <dgm:prSet/>
      <dgm:spPr/>
      <dgm:t>
        <a:bodyPr/>
        <a:lstStyle/>
        <a:p>
          <a:endParaRPr lang="en-US"/>
        </a:p>
      </dgm:t>
    </dgm:pt>
    <dgm:pt modelId="{CCD3DF5B-2F29-4144-9609-A720853BA266}">
      <dgm:prSet phldrT="[Text]"/>
      <dgm:spPr/>
      <dgm:t>
        <a:bodyPr/>
        <a:lstStyle/>
        <a:p>
          <a:r>
            <a:rPr lang="en-US" dirty="0"/>
            <a:t>1991</a:t>
          </a:r>
        </a:p>
      </dgm:t>
    </dgm:pt>
    <dgm:pt modelId="{5F84DD7B-37F1-4B2D-AA4D-47A870BDC3BB}" type="parTrans" cxnId="{24F00A3E-0C00-461D-AC75-A5C8CA87CE82}">
      <dgm:prSet/>
      <dgm:spPr/>
      <dgm:t>
        <a:bodyPr/>
        <a:lstStyle/>
        <a:p>
          <a:endParaRPr lang="en-US"/>
        </a:p>
      </dgm:t>
    </dgm:pt>
    <dgm:pt modelId="{B506277F-39D4-4EAA-8261-E5F32BC21C2E}" type="sibTrans" cxnId="{24F00A3E-0C00-461D-AC75-A5C8CA87CE82}">
      <dgm:prSet/>
      <dgm:spPr/>
      <dgm:t>
        <a:bodyPr/>
        <a:lstStyle/>
        <a:p>
          <a:endParaRPr lang="en-US"/>
        </a:p>
      </dgm:t>
    </dgm:pt>
    <dgm:pt modelId="{987F2A62-E560-4DBE-B67E-E55D6D458580}">
      <dgm:prSet phldrT="[Text]" custT="1"/>
      <dgm:spPr/>
      <dgm:t>
        <a:bodyPr/>
        <a:lstStyle/>
        <a:p>
          <a:r>
            <a:rPr lang="en-US" sz="1200" b="1" dirty="0">
              <a:solidFill>
                <a:srgbClr val="C00000"/>
              </a:solidFill>
            </a:rPr>
            <a:t>Python</a:t>
          </a:r>
        </a:p>
      </dgm:t>
    </dgm:pt>
    <dgm:pt modelId="{494ACA22-4B82-4E84-B18B-74167CFDFA23}" type="parTrans" cxnId="{47BE1495-F7F0-4B1D-9FCD-EC62F64E07FE}">
      <dgm:prSet/>
      <dgm:spPr/>
      <dgm:t>
        <a:bodyPr/>
        <a:lstStyle/>
        <a:p>
          <a:endParaRPr lang="en-US"/>
        </a:p>
      </dgm:t>
    </dgm:pt>
    <dgm:pt modelId="{0CEBB8B5-C74C-45D3-8A94-5874C91B22AE}" type="sibTrans" cxnId="{47BE1495-F7F0-4B1D-9FCD-EC62F64E07FE}">
      <dgm:prSet/>
      <dgm:spPr/>
      <dgm:t>
        <a:bodyPr/>
        <a:lstStyle/>
        <a:p>
          <a:endParaRPr lang="en-US"/>
        </a:p>
      </dgm:t>
    </dgm:pt>
    <dgm:pt modelId="{2E7F0C8C-E671-40D2-81DC-F536F15192BD}">
      <dgm:prSet phldrT="[Text]"/>
      <dgm:spPr/>
      <dgm:t>
        <a:bodyPr/>
        <a:lstStyle/>
        <a:p>
          <a:r>
            <a:rPr lang="en-US" dirty="0"/>
            <a:t>1993</a:t>
          </a:r>
        </a:p>
      </dgm:t>
    </dgm:pt>
    <dgm:pt modelId="{FDCDF4BE-6685-408F-B52E-87AAAFA722EB}" type="parTrans" cxnId="{8C976DD5-3BDD-4F3C-AC1B-995278563841}">
      <dgm:prSet/>
      <dgm:spPr/>
      <dgm:t>
        <a:bodyPr/>
        <a:lstStyle/>
        <a:p>
          <a:endParaRPr lang="en-US"/>
        </a:p>
      </dgm:t>
    </dgm:pt>
    <dgm:pt modelId="{776AA32C-6640-4FB8-8CCF-93D438AECC0C}" type="sibTrans" cxnId="{8C976DD5-3BDD-4F3C-AC1B-995278563841}">
      <dgm:prSet/>
      <dgm:spPr/>
      <dgm:t>
        <a:bodyPr/>
        <a:lstStyle/>
        <a:p>
          <a:endParaRPr lang="en-US"/>
        </a:p>
      </dgm:t>
    </dgm:pt>
    <dgm:pt modelId="{A8A4A90E-A850-4383-8D06-D808064AA981}">
      <dgm:prSet phldrT="[Text]"/>
      <dgm:spPr/>
      <dgm:t>
        <a:bodyPr/>
        <a:lstStyle/>
        <a:p>
          <a:r>
            <a:rPr lang="en-US" dirty="0"/>
            <a:t>R</a:t>
          </a:r>
        </a:p>
      </dgm:t>
    </dgm:pt>
    <dgm:pt modelId="{E5560920-DB50-4CCE-A83C-8CAEAFE543E3}" type="parTrans" cxnId="{E6E1F7AB-7CB6-4DBD-8537-926BD9C127BE}">
      <dgm:prSet/>
      <dgm:spPr/>
      <dgm:t>
        <a:bodyPr/>
        <a:lstStyle/>
        <a:p>
          <a:endParaRPr lang="en-US"/>
        </a:p>
      </dgm:t>
    </dgm:pt>
    <dgm:pt modelId="{3EC3E585-8CB5-4971-8AEB-F65D9162BD2F}" type="sibTrans" cxnId="{E6E1F7AB-7CB6-4DBD-8537-926BD9C127BE}">
      <dgm:prSet/>
      <dgm:spPr/>
      <dgm:t>
        <a:bodyPr/>
        <a:lstStyle/>
        <a:p>
          <a:endParaRPr lang="en-US"/>
        </a:p>
      </dgm:t>
    </dgm:pt>
    <dgm:pt modelId="{2DC8035C-6940-49A1-BACB-7CB885421922}">
      <dgm:prSet phldrT="[Text]"/>
      <dgm:spPr/>
      <dgm:t>
        <a:bodyPr/>
        <a:lstStyle/>
        <a:p>
          <a:r>
            <a:rPr lang="en-US" dirty="0"/>
            <a:t>1995</a:t>
          </a:r>
        </a:p>
      </dgm:t>
    </dgm:pt>
    <dgm:pt modelId="{9EEEA14B-588D-4CF0-BE08-F79EBB56D16C}" type="parTrans" cxnId="{07A4F9D3-3779-4758-A9E4-8608F885E2CC}">
      <dgm:prSet/>
      <dgm:spPr/>
      <dgm:t>
        <a:bodyPr/>
        <a:lstStyle/>
        <a:p>
          <a:endParaRPr lang="en-US"/>
        </a:p>
      </dgm:t>
    </dgm:pt>
    <dgm:pt modelId="{E7F38D24-F4A0-429A-ACA3-8D40FE6C488D}" type="sibTrans" cxnId="{07A4F9D3-3779-4758-A9E4-8608F885E2CC}">
      <dgm:prSet/>
      <dgm:spPr/>
      <dgm:t>
        <a:bodyPr/>
        <a:lstStyle/>
        <a:p>
          <a:endParaRPr lang="en-US"/>
        </a:p>
      </dgm:t>
    </dgm:pt>
    <dgm:pt modelId="{DEC9C3A4-C1E3-4D3E-A50B-1FB1F673883A}">
      <dgm:prSet phldrT="[Text]" custT="1"/>
      <dgm:spPr/>
      <dgm:t>
        <a:bodyPr/>
        <a:lstStyle/>
        <a:p>
          <a:r>
            <a:rPr lang="en-US" sz="1600" b="1" dirty="0">
              <a:solidFill>
                <a:srgbClr val="C00000"/>
              </a:solidFill>
            </a:rPr>
            <a:t>Java</a:t>
          </a:r>
        </a:p>
      </dgm:t>
    </dgm:pt>
    <dgm:pt modelId="{A99E8377-0EB4-41E3-8317-4EB68284F03A}" type="parTrans" cxnId="{0883867A-4A5B-4D53-AC7A-5AEF9AB5E934}">
      <dgm:prSet/>
      <dgm:spPr/>
      <dgm:t>
        <a:bodyPr/>
        <a:lstStyle/>
        <a:p>
          <a:endParaRPr lang="en-US"/>
        </a:p>
      </dgm:t>
    </dgm:pt>
    <dgm:pt modelId="{362A93E1-7FEF-4A57-A0C7-432DD873ECFE}" type="sibTrans" cxnId="{0883867A-4A5B-4D53-AC7A-5AEF9AB5E934}">
      <dgm:prSet/>
      <dgm:spPr/>
      <dgm:t>
        <a:bodyPr/>
        <a:lstStyle/>
        <a:p>
          <a:endParaRPr lang="en-US"/>
        </a:p>
      </dgm:t>
    </dgm:pt>
    <dgm:pt modelId="{2DDE6049-D4B5-4704-B724-758E6BD9DFA5}">
      <dgm:prSet phldrT="[Text]"/>
      <dgm:spPr/>
      <dgm:t>
        <a:bodyPr/>
        <a:lstStyle/>
        <a:p>
          <a:r>
            <a:rPr lang="en-US" dirty="0"/>
            <a:t>PHP</a:t>
          </a:r>
        </a:p>
      </dgm:t>
    </dgm:pt>
    <dgm:pt modelId="{DBAEFEB8-9ED3-4EA7-8144-FC608E12F49B}" type="parTrans" cxnId="{B6657D9B-17BA-471A-B4B1-B3F3F607B506}">
      <dgm:prSet/>
      <dgm:spPr/>
      <dgm:t>
        <a:bodyPr/>
        <a:lstStyle/>
        <a:p>
          <a:endParaRPr lang="en-US"/>
        </a:p>
      </dgm:t>
    </dgm:pt>
    <dgm:pt modelId="{95F1203F-35E6-43E0-BC93-AEB3991C3992}" type="sibTrans" cxnId="{B6657D9B-17BA-471A-B4B1-B3F3F607B506}">
      <dgm:prSet/>
      <dgm:spPr/>
      <dgm:t>
        <a:bodyPr/>
        <a:lstStyle/>
        <a:p>
          <a:endParaRPr lang="en-US"/>
        </a:p>
      </dgm:t>
    </dgm:pt>
    <dgm:pt modelId="{DF7793B3-A552-496A-9F1C-A6E999835D90}">
      <dgm:prSet phldrT="[Text]"/>
      <dgm:spPr/>
      <dgm:t>
        <a:bodyPr/>
        <a:lstStyle/>
        <a:p>
          <a:r>
            <a:rPr lang="en-US" dirty="0"/>
            <a:t>JavaScript</a:t>
          </a:r>
        </a:p>
      </dgm:t>
    </dgm:pt>
    <dgm:pt modelId="{9B1D33ED-65BB-4E12-90AC-CDC6A9CF82A1}" type="parTrans" cxnId="{AC663CE5-7F49-43DF-B530-EC6E62FABFCD}">
      <dgm:prSet/>
      <dgm:spPr/>
      <dgm:t>
        <a:bodyPr/>
        <a:lstStyle/>
        <a:p>
          <a:endParaRPr lang="en-US"/>
        </a:p>
      </dgm:t>
    </dgm:pt>
    <dgm:pt modelId="{0FA1A84B-0615-457C-AC62-95CC1F002E3A}" type="sibTrans" cxnId="{AC663CE5-7F49-43DF-B530-EC6E62FABFCD}">
      <dgm:prSet/>
      <dgm:spPr/>
      <dgm:t>
        <a:bodyPr/>
        <a:lstStyle/>
        <a:p>
          <a:endParaRPr lang="en-US"/>
        </a:p>
      </dgm:t>
    </dgm:pt>
    <dgm:pt modelId="{9D41FE8E-CA4D-43ED-BE02-F59B4AA0726C}" type="pres">
      <dgm:prSet presAssocID="{2C16A6E7-5784-4C70-8B68-66ABCD2C6846}" presName="Name0" presStyleCnt="0">
        <dgm:presLayoutVars>
          <dgm:dir/>
        </dgm:presLayoutVars>
      </dgm:prSet>
      <dgm:spPr/>
    </dgm:pt>
    <dgm:pt modelId="{2FEA0D4F-7A1D-4B46-B6DE-F192BC61A8D6}" type="pres">
      <dgm:prSet presAssocID="{30997011-486F-45B5-8445-7267BEEEEA31}" presName="parComposite" presStyleCnt="0"/>
      <dgm:spPr/>
    </dgm:pt>
    <dgm:pt modelId="{958360F3-5253-45D5-9B0B-896FE86377B2}" type="pres">
      <dgm:prSet presAssocID="{30997011-486F-45B5-8445-7267BEEEEA31}" presName="parBigCircle" presStyleLbl="node0" presStyleIdx="0" presStyleCnt="5"/>
      <dgm:spPr/>
    </dgm:pt>
    <dgm:pt modelId="{0AA12ED6-D22F-4150-80C9-308E11607411}" type="pres">
      <dgm:prSet presAssocID="{30997011-486F-45B5-8445-7267BEEEEA31}" presName="parTx" presStyleLbl="revTx" presStyleIdx="0" presStyleCnt="19"/>
      <dgm:spPr/>
    </dgm:pt>
    <dgm:pt modelId="{9A2BDEE4-BB04-4C58-8A25-F56EB86890B3}" type="pres">
      <dgm:prSet presAssocID="{30997011-486F-45B5-8445-7267BEEEEA31}" presName="bSpace" presStyleCnt="0"/>
      <dgm:spPr/>
    </dgm:pt>
    <dgm:pt modelId="{C5D51443-B73A-4389-8CDF-DD81294C639A}" type="pres">
      <dgm:prSet presAssocID="{30997011-486F-45B5-8445-7267BEEEEA31}" presName="parBackupNorm" presStyleCnt="0"/>
      <dgm:spPr/>
    </dgm:pt>
    <dgm:pt modelId="{201643E1-5266-43DA-9355-70BA7C330A9F}" type="pres">
      <dgm:prSet presAssocID="{C823E6C3-7CC9-4D26-99AE-AA86CFA56896}" presName="parSpace" presStyleCnt="0"/>
      <dgm:spPr/>
    </dgm:pt>
    <dgm:pt modelId="{7A442F14-85C6-41C9-BB3B-4801DE243777}" type="pres">
      <dgm:prSet presAssocID="{541D7D9D-9101-467C-AB80-909BB0CECE99}" presName="desBackupLeftNorm" presStyleCnt="0"/>
      <dgm:spPr/>
    </dgm:pt>
    <dgm:pt modelId="{CCAF7C0F-CF4D-4FE2-B0F0-CC8A3D0ACDE4}" type="pres">
      <dgm:prSet presAssocID="{541D7D9D-9101-467C-AB80-909BB0CECE99}" presName="desComposite" presStyleCnt="0"/>
      <dgm:spPr/>
    </dgm:pt>
    <dgm:pt modelId="{82F7E101-D170-4CBD-84F2-68A11BBF916F}" type="pres">
      <dgm:prSet presAssocID="{541D7D9D-9101-467C-AB80-909BB0CECE99}" presName="desCircle" presStyleLbl="node1" presStyleIdx="0" presStyleCnt="7"/>
      <dgm:spPr/>
    </dgm:pt>
    <dgm:pt modelId="{1C0D0DBE-ABD1-4AD6-994C-FD11A85EF2B3}" type="pres">
      <dgm:prSet presAssocID="{541D7D9D-9101-467C-AB80-909BB0CECE99}" presName="chTx" presStyleLbl="revTx" presStyleIdx="1" presStyleCnt="19"/>
      <dgm:spPr/>
    </dgm:pt>
    <dgm:pt modelId="{649F1119-C8E8-4E70-8A9D-740871172CA9}" type="pres">
      <dgm:prSet presAssocID="{541D7D9D-9101-467C-AB80-909BB0CECE99}" presName="desTx" presStyleLbl="revTx" presStyleIdx="2" presStyleCnt="19">
        <dgm:presLayoutVars>
          <dgm:bulletEnabled val="1"/>
        </dgm:presLayoutVars>
      </dgm:prSet>
      <dgm:spPr/>
    </dgm:pt>
    <dgm:pt modelId="{062D48E1-7759-4C9C-9538-9F80A27E9EB1}" type="pres">
      <dgm:prSet presAssocID="{541D7D9D-9101-467C-AB80-909BB0CECE99}" presName="desBackupRightNorm" presStyleCnt="0"/>
      <dgm:spPr/>
    </dgm:pt>
    <dgm:pt modelId="{6D4067BD-36A5-420F-BC5A-8986D741F2BC}" type="pres">
      <dgm:prSet presAssocID="{D0021B13-6B32-473D-ADFD-41E73F350584}" presName="desSpace" presStyleCnt="0"/>
      <dgm:spPr/>
    </dgm:pt>
    <dgm:pt modelId="{3495AD59-A63D-4ABB-B93E-966D62402A3D}" type="pres">
      <dgm:prSet presAssocID="{E1F64A1A-BF30-47F4-81B2-8F575CFB78BD}" presName="parComposite" presStyleCnt="0"/>
      <dgm:spPr/>
    </dgm:pt>
    <dgm:pt modelId="{C29F266D-461E-4790-A445-769D649421FB}" type="pres">
      <dgm:prSet presAssocID="{E1F64A1A-BF30-47F4-81B2-8F575CFB78BD}" presName="parBigCircle" presStyleLbl="node0" presStyleIdx="1" presStyleCnt="5"/>
      <dgm:spPr/>
    </dgm:pt>
    <dgm:pt modelId="{1CCFB919-7FB5-46DD-8686-9F90FE8945A1}" type="pres">
      <dgm:prSet presAssocID="{E1F64A1A-BF30-47F4-81B2-8F575CFB78BD}" presName="parTx" presStyleLbl="revTx" presStyleIdx="3" presStyleCnt="19"/>
      <dgm:spPr/>
    </dgm:pt>
    <dgm:pt modelId="{A59B3583-56E7-40E5-9869-EA6A9E63CCD2}" type="pres">
      <dgm:prSet presAssocID="{E1F64A1A-BF30-47F4-81B2-8F575CFB78BD}" presName="bSpace" presStyleCnt="0"/>
      <dgm:spPr/>
    </dgm:pt>
    <dgm:pt modelId="{FB8ABA64-10E9-49DD-88AE-5932FF63BBFE}" type="pres">
      <dgm:prSet presAssocID="{E1F64A1A-BF30-47F4-81B2-8F575CFB78BD}" presName="parBackupNorm" presStyleCnt="0"/>
      <dgm:spPr/>
    </dgm:pt>
    <dgm:pt modelId="{E3C43D61-3B42-4887-B7E8-21FE02CFF187}" type="pres">
      <dgm:prSet presAssocID="{49AA5C5B-CCFC-4CBF-B5E9-7DE32DB986C3}" presName="parSpace" presStyleCnt="0"/>
      <dgm:spPr/>
    </dgm:pt>
    <dgm:pt modelId="{933DB55F-6504-45E3-97C1-8F589076BF6B}" type="pres">
      <dgm:prSet presAssocID="{3A176EDA-6A08-438D-8C56-A98077068839}" presName="desBackupLeftNorm" presStyleCnt="0"/>
      <dgm:spPr/>
    </dgm:pt>
    <dgm:pt modelId="{4DE0B8F3-ECA1-4FCB-919C-83DD71D493F2}" type="pres">
      <dgm:prSet presAssocID="{3A176EDA-6A08-438D-8C56-A98077068839}" presName="desComposite" presStyleCnt="0"/>
      <dgm:spPr/>
    </dgm:pt>
    <dgm:pt modelId="{D825B5FC-64F4-406A-B942-73570DC77975}" type="pres">
      <dgm:prSet presAssocID="{3A176EDA-6A08-438D-8C56-A98077068839}" presName="desCircle" presStyleLbl="node1" presStyleIdx="1" presStyleCnt="7"/>
      <dgm:spPr/>
    </dgm:pt>
    <dgm:pt modelId="{05DC3B5F-B7B0-45DE-B754-E964C5FA4101}" type="pres">
      <dgm:prSet presAssocID="{3A176EDA-6A08-438D-8C56-A98077068839}" presName="chTx" presStyleLbl="revTx" presStyleIdx="4" presStyleCnt="19"/>
      <dgm:spPr/>
    </dgm:pt>
    <dgm:pt modelId="{C12D469C-3BDC-49F6-98ED-B6F79122D460}" type="pres">
      <dgm:prSet presAssocID="{3A176EDA-6A08-438D-8C56-A98077068839}" presName="desTx" presStyleLbl="revTx" presStyleIdx="5" presStyleCnt="19">
        <dgm:presLayoutVars>
          <dgm:bulletEnabled val="1"/>
        </dgm:presLayoutVars>
      </dgm:prSet>
      <dgm:spPr/>
    </dgm:pt>
    <dgm:pt modelId="{AC87A271-EB88-44E3-AB5C-753BCACB7415}" type="pres">
      <dgm:prSet presAssocID="{3A176EDA-6A08-438D-8C56-A98077068839}" presName="desBackupRightNorm" presStyleCnt="0"/>
      <dgm:spPr/>
    </dgm:pt>
    <dgm:pt modelId="{BCFBA96F-362E-40DD-888D-AFF4AB91EE7F}" type="pres">
      <dgm:prSet presAssocID="{5C3634E0-7E21-4D23-9896-AC78B26B5B69}" presName="desSpace" presStyleCnt="0"/>
      <dgm:spPr/>
    </dgm:pt>
    <dgm:pt modelId="{BD501C52-2EA6-4DE7-9DAF-EF84F6B4D693}" type="pres">
      <dgm:prSet presAssocID="{CCD3DF5B-2F29-4144-9609-A720853BA266}" presName="parComposite" presStyleCnt="0"/>
      <dgm:spPr/>
    </dgm:pt>
    <dgm:pt modelId="{413889BD-683F-4AA7-AB3C-330D7A14CBE1}" type="pres">
      <dgm:prSet presAssocID="{CCD3DF5B-2F29-4144-9609-A720853BA266}" presName="parBigCircle" presStyleLbl="node0" presStyleIdx="2" presStyleCnt="5"/>
      <dgm:spPr/>
    </dgm:pt>
    <dgm:pt modelId="{A8242995-B991-4708-8057-E1B50E15F325}" type="pres">
      <dgm:prSet presAssocID="{CCD3DF5B-2F29-4144-9609-A720853BA266}" presName="parTx" presStyleLbl="revTx" presStyleIdx="6" presStyleCnt="19"/>
      <dgm:spPr/>
    </dgm:pt>
    <dgm:pt modelId="{3B88C398-00CF-460C-822D-4464084FCA29}" type="pres">
      <dgm:prSet presAssocID="{CCD3DF5B-2F29-4144-9609-A720853BA266}" presName="bSpace" presStyleCnt="0"/>
      <dgm:spPr/>
    </dgm:pt>
    <dgm:pt modelId="{18E8130F-8919-49A2-B686-28C0782CB906}" type="pres">
      <dgm:prSet presAssocID="{CCD3DF5B-2F29-4144-9609-A720853BA266}" presName="parBackupNorm" presStyleCnt="0"/>
      <dgm:spPr/>
    </dgm:pt>
    <dgm:pt modelId="{A63DF5E0-858B-4B32-8CC4-A8C8213CE0CD}" type="pres">
      <dgm:prSet presAssocID="{B506277F-39D4-4EAA-8261-E5F32BC21C2E}" presName="parSpace" presStyleCnt="0"/>
      <dgm:spPr/>
    </dgm:pt>
    <dgm:pt modelId="{67B78EBA-2856-4399-BAAF-03FA7555D5B6}" type="pres">
      <dgm:prSet presAssocID="{987F2A62-E560-4DBE-B67E-E55D6D458580}" presName="desBackupLeftNorm" presStyleCnt="0"/>
      <dgm:spPr/>
    </dgm:pt>
    <dgm:pt modelId="{31E85262-6A60-4DE4-BDE1-6EA64788E896}" type="pres">
      <dgm:prSet presAssocID="{987F2A62-E560-4DBE-B67E-E55D6D458580}" presName="desComposite" presStyleCnt="0"/>
      <dgm:spPr/>
    </dgm:pt>
    <dgm:pt modelId="{4811E822-0A57-4367-BC43-FB6FA29F694A}" type="pres">
      <dgm:prSet presAssocID="{987F2A62-E560-4DBE-B67E-E55D6D458580}" presName="desCircle" presStyleLbl="node1" presStyleIdx="2" presStyleCnt="7"/>
      <dgm:spPr/>
    </dgm:pt>
    <dgm:pt modelId="{BD873F0A-59D4-43CB-97D2-F5813604A0EE}" type="pres">
      <dgm:prSet presAssocID="{987F2A62-E560-4DBE-B67E-E55D6D458580}" presName="chTx" presStyleLbl="revTx" presStyleIdx="7" presStyleCnt="19"/>
      <dgm:spPr/>
    </dgm:pt>
    <dgm:pt modelId="{B9E8DF09-CA4E-4F46-843D-1D0C39C898E5}" type="pres">
      <dgm:prSet presAssocID="{987F2A62-E560-4DBE-B67E-E55D6D458580}" presName="desTx" presStyleLbl="revTx" presStyleIdx="8" presStyleCnt="19">
        <dgm:presLayoutVars>
          <dgm:bulletEnabled val="1"/>
        </dgm:presLayoutVars>
      </dgm:prSet>
      <dgm:spPr/>
    </dgm:pt>
    <dgm:pt modelId="{397911C5-09C3-4B44-BCB4-719EA84CCCDC}" type="pres">
      <dgm:prSet presAssocID="{987F2A62-E560-4DBE-B67E-E55D6D458580}" presName="desBackupRightNorm" presStyleCnt="0"/>
      <dgm:spPr/>
    </dgm:pt>
    <dgm:pt modelId="{77A78E2B-93E8-4E59-AF9F-626F6BA75CD8}" type="pres">
      <dgm:prSet presAssocID="{0CEBB8B5-C74C-45D3-8A94-5874C91B22AE}" presName="desSpace" presStyleCnt="0"/>
      <dgm:spPr/>
    </dgm:pt>
    <dgm:pt modelId="{41DCFA36-169B-43B5-8847-26E66D6550DA}" type="pres">
      <dgm:prSet presAssocID="{2E7F0C8C-E671-40D2-81DC-F536F15192BD}" presName="parComposite" presStyleCnt="0"/>
      <dgm:spPr/>
    </dgm:pt>
    <dgm:pt modelId="{F743D031-2C31-468A-A820-142256474749}" type="pres">
      <dgm:prSet presAssocID="{2E7F0C8C-E671-40D2-81DC-F536F15192BD}" presName="parBigCircle" presStyleLbl="node0" presStyleIdx="3" presStyleCnt="5"/>
      <dgm:spPr/>
    </dgm:pt>
    <dgm:pt modelId="{6F5014A6-34F0-45A5-BF57-269E30712B4D}" type="pres">
      <dgm:prSet presAssocID="{2E7F0C8C-E671-40D2-81DC-F536F15192BD}" presName="parTx" presStyleLbl="revTx" presStyleIdx="9" presStyleCnt="19"/>
      <dgm:spPr/>
    </dgm:pt>
    <dgm:pt modelId="{7F57F3D4-FEF3-46C8-A53C-EC9261E343E7}" type="pres">
      <dgm:prSet presAssocID="{2E7F0C8C-E671-40D2-81DC-F536F15192BD}" presName="bSpace" presStyleCnt="0"/>
      <dgm:spPr/>
    </dgm:pt>
    <dgm:pt modelId="{9FD541F1-92FF-43C8-A94D-EE189646DA5E}" type="pres">
      <dgm:prSet presAssocID="{2E7F0C8C-E671-40D2-81DC-F536F15192BD}" presName="parBackupNorm" presStyleCnt="0"/>
      <dgm:spPr/>
    </dgm:pt>
    <dgm:pt modelId="{00165593-0984-4929-A502-976946AF5CF8}" type="pres">
      <dgm:prSet presAssocID="{776AA32C-6640-4FB8-8CCF-93D438AECC0C}" presName="parSpace" presStyleCnt="0"/>
      <dgm:spPr/>
    </dgm:pt>
    <dgm:pt modelId="{B7571221-FD00-4C6C-90EE-5A5C496C0DE3}" type="pres">
      <dgm:prSet presAssocID="{A8A4A90E-A850-4383-8D06-D808064AA981}" presName="desBackupLeftNorm" presStyleCnt="0"/>
      <dgm:spPr/>
    </dgm:pt>
    <dgm:pt modelId="{CF80AE93-6626-478F-92DD-B2116FC7F68D}" type="pres">
      <dgm:prSet presAssocID="{A8A4A90E-A850-4383-8D06-D808064AA981}" presName="desComposite" presStyleCnt="0"/>
      <dgm:spPr/>
    </dgm:pt>
    <dgm:pt modelId="{25C40FA7-DDF4-47EB-B998-D6F01B8444DC}" type="pres">
      <dgm:prSet presAssocID="{A8A4A90E-A850-4383-8D06-D808064AA981}" presName="desCircle" presStyleLbl="node1" presStyleIdx="3" presStyleCnt="7"/>
      <dgm:spPr/>
    </dgm:pt>
    <dgm:pt modelId="{3D681B00-89D0-4C17-8AD8-F5009375BDFD}" type="pres">
      <dgm:prSet presAssocID="{A8A4A90E-A850-4383-8D06-D808064AA981}" presName="chTx" presStyleLbl="revTx" presStyleIdx="10" presStyleCnt="19"/>
      <dgm:spPr/>
    </dgm:pt>
    <dgm:pt modelId="{1694A229-C9D1-4A73-A056-09A34E731D46}" type="pres">
      <dgm:prSet presAssocID="{A8A4A90E-A850-4383-8D06-D808064AA981}" presName="desTx" presStyleLbl="revTx" presStyleIdx="11" presStyleCnt="19">
        <dgm:presLayoutVars>
          <dgm:bulletEnabled val="1"/>
        </dgm:presLayoutVars>
      </dgm:prSet>
      <dgm:spPr/>
    </dgm:pt>
    <dgm:pt modelId="{837B74BB-54AE-46AC-A7EC-FF03C3E743AD}" type="pres">
      <dgm:prSet presAssocID="{A8A4A90E-A850-4383-8D06-D808064AA981}" presName="desBackupRightNorm" presStyleCnt="0"/>
      <dgm:spPr/>
    </dgm:pt>
    <dgm:pt modelId="{8A1ECA06-15E2-4127-AFE3-8ADB8CC3666E}" type="pres">
      <dgm:prSet presAssocID="{3EC3E585-8CB5-4971-8AEB-F65D9162BD2F}" presName="desSpace" presStyleCnt="0"/>
      <dgm:spPr/>
    </dgm:pt>
    <dgm:pt modelId="{B3366520-5DB0-403D-A18B-43CECB304665}" type="pres">
      <dgm:prSet presAssocID="{2DC8035C-6940-49A1-BACB-7CB885421922}" presName="parComposite" presStyleCnt="0"/>
      <dgm:spPr/>
    </dgm:pt>
    <dgm:pt modelId="{ED213269-201C-40F8-BC59-3FBAC3ECF863}" type="pres">
      <dgm:prSet presAssocID="{2DC8035C-6940-49A1-BACB-7CB885421922}" presName="parBigCircle" presStyleLbl="node0" presStyleIdx="4" presStyleCnt="5"/>
      <dgm:spPr/>
    </dgm:pt>
    <dgm:pt modelId="{9D1782B7-AE91-452D-8A0F-AAB187895E1D}" type="pres">
      <dgm:prSet presAssocID="{2DC8035C-6940-49A1-BACB-7CB885421922}" presName="parTx" presStyleLbl="revTx" presStyleIdx="12" presStyleCnt="19"/>
      <dgm:spPr/>
    </dgm:pt>
    <dgm:pt modelId="{9E8CBE00-D1FF-40BF-A9E5-33A7F54B65D7}" type="pres">
      <dgm:prSet presAssocID="{2DC8035C-6940-49A1-BACB-7CB885421922}" presName="bSpace" presStyleCnt="0"/>
      <dgm:spPr/>
    </dgm:pt>
    <dgm:pt modelId="{2550DFAD-CC64-414B-9175-7E19475023D3}" type="pres">
      <dgm:prSet presAssocID="{2DC8035C-6940-49A1-BACB-7CB885421922}" presName="parBackupNorm" presStyleCnt="0"/>
      <dgm:spPr/>
    </dgm:pt>
    <dgm:pt modelId="{79561794-9C91-42E4-BED5-3C35E3AE3FAD}" type="pres">
      <dgm:prSet presAssocID="{E7F38D24-F4A0-429A-ACA3-8D40FE6C488D}" presName="parSpace" presStyleCnt="0"/>
      <dgm:spPr/>
    </dgm:pt>
    <dgm:pt modelId="{D2D36CEC-DDDB-41D0-8CE9-F94E8178A2C1}" type="pres">
      <dgm:prSet presAssocID="{DEC9C3A4-C1E3-4D3E-A50B-1FB1F673883A}" presName="desBackupLeftNorm" presStyleCnt="0"/>
      <dgm:spPr/>
    </dgm:pt>
    <dgm:pt modelId="{9F8C61A1-CBE5-4C8A-BF4E-8BB8082E6841}" type="pres">
      <dgm:prSet presAssocID="{DEC9C3A4-C1E3-4D3E-A50B-1FB1F673883A}" presName="desComposite" presStyleCnt="0"/>
      <dgm:spPr/>
    </dgm:pt>
    <dgm:pt modelId="{EAD1D7B6-F711-456A-911E-39377120C640}" type="pres">
      <dgm:prSet presAssocID="{DEC9C3A4-C1E3-4D3E-A50B-1FB1F673883A}" presName="desCircle" presStyleLbl="node1" presStyleIdx="4" presStyleCnt="7"/>
      <dgm:spPr/>
    </dgm:pt>
    <dgm:pt modelId="{123ABF3B-FB12-4EDA-861E-9C925C5FA401}" type="pres">
      <dgm:prSet presAssocID="{DEC9C3A4-C1E3-4D3E-A50B-1FB1F673883A}" presName="chTx" presStyleLbl="revTx" presStyleIdx="13" presStyleCnt="19"/>
      <dgm:spPr/>
    </dgm:pt>
    <dgm:pt modelId="{6846FC60-A34C-4B9D-82EC-150B87DD170D}" type="pres">
      <dgm:prSet presAssocID="{DEC9C3A4-C1E3-4D3E-A50B-1FB1F673883A}" presName="desTx" presStyleLbl="revTx" presStyleIdx="14" presStyleCnt="19">
        <dgm:presLayoutVars>
          <dgm:bulletEnabled val="1"/>
        </dgm:presLayoutVars>
      </dgm:prSet>
      <dgm:spPr/>
    </dgm:pt>
    <dgm:pt modelId="{4F4DAAAF-575A-4FB1-9C42-E70A221160D8}" type="pres">
      <dgm:prSet presAssocID="{DEC9C3A4-C1E3-4D3E-A50B-1FB1F673883A}" presName="desBackupRightNorm" presStyleCnt="0"/>
      <dgm:spPr/>
    </dgm:pt>
    <dgm:pt modelId="{171FD77B-BF1A-4976-9116-C870FA43BE95}" type="pres">
      <dgm:prSet presAssocID="{362A93E1-7FEF-4A57-A0C7-432DD873ECFE}" presName="desSpace" presStyleCnt="0"/>
      <dgm:spPr/>
    </dgm:pt>
    <dgm:pt modelId="{6CC6BFB1-AE9D-490E-9911-77C20BA40304}" type="pres">
      <dgm:prSet presAssocID="{2DDE6049-D4B5-4704-B724-758E6BD9DFA5}" presName="desBackupLeftNorm" presStyleCnt="0"/>
      <dgm:spPr/>
    </dgm:pt>
    <dgm:pt modelId="{2E44401A-F5D6-4F97-8ED3-DA2D312599F1}" type="pres">
      <dgm:prSet presAssocID="{2DDE6049-D4B5-4704-B724-758E6BD9DFA5}" presName="desComposite" presStyleCnt="0"/>
      <dgm:spPr/>
    </dgm:pt>
    <dgm:pt modelId="{190BFEA5-A2BB-4304-9411-438C3D852B96}" type="pres">
      <dgm:prSet presAssocID="{2DDE6049-D4B5-4704-B724-758E6BD9DFA5}" presName="desCircle" presStyleLbl="node1" presStyleIdx="5" presStyleCnt="7"/>
      <dgm:spPr/>
    </dgm:pt>
    <dgm:pt modelId="{72D29AB9-ECEB-4ED4-8BF0-E9764ADA1673}" type="pres">
      <dgm:prSet presAssocID="{2DDE6049-D4B5-4704-B724-758E6BD9DFA5}" presName="chTx" presStyleLbl="revTx" presStyleIdx="15" presStyleCnt="19"/>
      <dgm:spPr/>
    </dgm:pt>
    <dgm:pt modelId="{E2B3BDA2-E316-47F0-A191-AF4B1AC08FDC}" type="pres">
      <dgm:prSet presAssocID="{2DDE6049-D4B5-4704-B724-758E6BD9DFA5}" presName="desTx" presStyleLbl="revTx" presStyleIdx="16" presStyleCnt="19">
        <dgm:presLayoutVars>
          <dgm:bulletEnabled val="1"/>
        </dgm:presLayoutVars>
      </dgm:prSet>
      <dgm:spPr/>
    </dgm:pt>
    <dgm:pt modelId="{7CC6548D-DCC1-415A-894F-92EAC6E59F97}" type="pres">
      <dgm:prSet presAssocID="{2DDE6049-D4B5-4704-B724-758E6BD9DFA5}" presName="desBackupRightNorm" presStyleCnt="0"/>
      <dgm:spPr/>
    </dgm:pt>
    <dgm:pt modelId="{D3F25AB8-4B96-44C3-B1A1-E408FF554472}" type="pres">
      <dgm:prSet presAssocID="{95F1203F-35E6-43E0-BC93-AEB3991C3992}" presName="desSpace" presStyleCnt="0"/>
      <dgm:spPr/>
    </dgm:pt>
    <dgm:pt modelId="{C3FADCBA-72BA-4870-B6B8-C3F6FF048F1A}" type="pres">
      <dgm:prSet presAssocID="{DF7793B3-A552-496A-9F1C-A6E999835D90}" presName="desBackupLeftNorm" presStyleCnt="0"/>
      <dgm:spPr/>
    </dgm:pt>
    <dgm:pt modelId="{F3AAB106-7C96-4572-BED7-71FD2E36EC96}" type="pres">
      <dgm:prSet presAssocID="{DF7793B3-A552-496A-9F1C-A6E999835D90}" presName="desComposite" presStyleCnt="0"/>
      <dgm:spPr/>
    </dgm:pt>
    <dgm:pt modelId="{739B0E77-9818-48C8-8CC4-42B54BBAE25B}" type="pres">
      <dgm:prSet presAssocID="{DF7793B3-A552-496A-9F1C-A6E999835D90}" presName="desCircle" presStyleLbl="node1" presStyleIdx="6" presStyleCnt="7"/>
      <dgm:spPr/>
    </dgm:pt>
    <dgm:pt modelId="{7B5AC478-2512-48C2-906F-5F6215AAFF10}" type="pres">
      <dgm:prSet presAssocID="{DF7793B3-A552-496A-9F1C-A6E999835D90}" presName="chTx" presStyleLbl="revTx" presStyleIdx="17" presStyleCnt="19"/>
      <dgm:spPr/>
    </dgm:pt>
    <dgm:pt modelId="{96B698E5-D305-4607-AF34-83E7F5513476}" type="pres">
      <dgm:prSet presAssocID="{DF7793B3-A552-496A-9F1C-A6E999835D90}" presName="desTx" presStyleLbl="revTx" presStyleIdx="18" presStyleCnt="19">
        <dgm:presLayoutVars>
          <dgm:bulletEnabled val="1"/>
        </dgm:presLayoutVars>
      </dgm:prSet>
      <dgm:spPr/>
    </dgm:pt>
    <dgm:pt modelId="{EAC7F2BF-22BD-4EAF-B89F-88B4F2DD8B2E}" type="pres">
      <dgm:prSet presAssocID="{DF7793B3-A552-496A-9F1C-A6E999835D90}" presName="desBackupRightNorm" presStyleCnt="0"/>
      <dgm:spPr/>
    </dgm:pt>
    <dgm:pt modelId="{62B910BA-6F6A-454A-BBC2-0B1EE6565AAD}" type="pres">
      <dgm:prSet presAssocID="{0FA1A84B-0615-457C-AC62-95CC1F002E3A}" presName="desSpace" presStyleCnt="0"/>
      <dgm:spPr/>
    </dgm:pt>
  </dgm:ptLst>
  <dgm:cxnLst>
    <dgm:cxn modelId="{54390202-1387-4505-A804-36B984ECB9AC}" srcId="{30997011-486F-45B5-8445-7267BEEEEA31}" destId="{541D7D9D-9101-467C-AB80-909BB0CECE99}" srcOrd="0" destOrd="0" parTransId="{D0CCDE43-DB9E-4C0D-8BED-635A2E0C5D43}" sibTransId="{D0021B13-6B32-473D-ADFD-41E73F350584}"/>
    <dgm:cxn modelId="{7B2AD508-1149-43BE-BECA-F2F1AA36C2AA}" type="presOf" srcId="{2E7F0C8C-E671-40D2-81DC-F536F15192BD}" destId="{6F5014A6-34F0-45A5-BF57-269E30712B4D}" srcOrd="0" destOrd="0" presId="urn:microsoft.com/office/officeart/2008/layout/CircleAccentTimeline"/>
    <dgm:cxn modelId="{BB46C02A-2311-4084-A666-A2FC8E6F6F56}" type="presOf" srcId="{541D7D9D-9101-467C-AB80-909BB0CECE99}" destId="{1C0D0DBE-ABD1-4AD6-994C-FD11A85EF2B3}" srcOrd="0" destOrd="0" presId="urn:microsoft.com/office/officeart/2008/layout/CircleAccentTimeline"/>
    <dgm:cxn modelId="{034B7A37-CADD-4040-8DDC-F7AA7DB9A945}" srcId="{2C16A6E7-5784-4C70-8B68-66ABCD2C6846}" destId="{E1F64A1A-BF30-47F4-81B2-8F575CFB78BD}" srcOrd="1" destOrd="0" parTransId="{08BF35C3-C647-4E2B-A92A-ADEA204615BB}" sibTransId="{49AA5C5B-CCFC-4CBF-B5E9-7DE32DB986C3}"/>
    <dgm:cxn modelId="{3E3BC33D-F923-4E43-B776-0E07326E9488}" type="presOf" srcId="{2DC8035C-6940-49A1-BACB-7CB885421922}" destId="{9D1782B7-AE91-452D-8A0F-AAB187895E1D}" srcOrd="0" destOrd="0" presId="urn:microsoft.com/office/officeart/2008/layout/CircleAccentTimeline"/>
    <dgm:cxn modelId="{24F00A3E-0C00-461D-AC75-A5C8CA87CE82}" srcId="{2C16A6E7-5784-4C70-8B68-66ABCD2C6846}" destId="{CCD3DF5B-2F29-4144-9609-A720853BA266}" srcOrd="2" destOrd="0" parTransId="{5F84DD7B-37F1-4B2D-AA4D-47A870BDC3BB}" sibTransId="{B506277F-39D4-4EAA-8261-E5F32BC21C2E}"/>
    <dgm:cxn modelId="{1E4F623F-97BC-42F7-B417-E2E8DB548F18}" type="presOf" srcId="{3A176EDA-6A08-438D-8C56-A98077068839}" destId="{05DC3B5F-B7B0-45DE-B754-E964C5FA4101}" srcOrd="0" destOrd="0" presId="urn:microsoft.com/office/officeart/2008/layout/CircleAccentTimeline"/>
    <dgm:cxn modelId="{12242154-BD20-4761-BEFB-28CF65E2A2AE}" type="presOf" srcId="{987F2A62-E560-4DBE-B67E-E55D6D458580}" destId="{BD873F0A-59D4-43CB-97D2-F5813604A0EE}" srcOrd="0" destOrd="0" presId="urn:microsoft.com/office/officeart/2008/layout/CircleAccentTimeline"/>
    <dgm:cxn modelId="{8835375A-59E1-41FE-946C-6219828A1240}" type="presOf" srcId="{E1F64A1A-BF30-47F4-81B2-8F575CFB78BD}" destId="{1CCFB919-7FB5-46DD-8686-9F90FE8945A1}" srcOrd="0" destOrd="0" presId="urn:microsoft.com/office/officeart/2008/layout/CircleAccentTimeline"/>
    <dgm:cxn modelId="{0883867A-4A5B-4D53-AC7A-5AEF9AB5E934}" srcId="{2DC8035C-6940-49A1-BACB-7CB885421922}" destId="{DEC9C3A4-C1E3-4D3E-A50B-1FB1F673883A}" srcOrd="0" destOrd="0" parTransId="{A99E8377-0EB4-41E3-8317-4EB68284F03A}" sibTransId="{362A93E1-7FEF-4A57-A0C7-432DD873ECFE}"/>
    <dgm:cxn modelId="{244F0983-D99D-4F5D-9276-002FFFAAFB5F}" type="presOf" srcId="{30997011-486F-45B5-8445-7267BEEEEA31}" destId="{0AA12ED6-D22F-4150-80C9-308E11607411}" srcOrd="0" destOrd="0" presId="urn:microsoft.com/office/officeart/2008/layout/CircleAccentTimeline"/>
    <dgm:cxn modelId="{47BE1495-F7F0-4B1D-9FCD-EC62F64E07FE}" srcId="{CCD3DF5B-2F29-4144-9609-A720853BA266}" destId="{987F2A62-E560-4DBE-B67E-E55D6D458580}" srcOrd="0" destOrd="0" parTransId="{494ACA22-4B82-4E84-B18B-74167CFDFA23}" sibTransId="{0CEBB8B5-C74C-45D3-8A94-5874C91B22AE}"/>
    <dgm:cxn modelId="{B6657D9B-17BA-471A-B4B1-B3F3F607B506}" srcId="{2DC8035C-6940-49A1-BACB-7CB885421922}" destId="{2DDE6049-D4B5-4704-B724-758E6BD9DFA5}" srcOrd="1" destOrd="0" parTransId="{DBAEFEB8-9ED3-4EA7-8144-FC608E12F49B}" sibTransId="{95F1203F-35E6-43E0-BC93-AEB3991C3992}"/>
    <dgm:cxn modelId="{779556A6-8898-426C-B1D3-6BD3B4C2E1AA}" type="presOf" srcId="{2DDE6049-D4B5-4704-B724-758E6BD9DFA5}" destId="{72D29AB9-ECEB-4ED4-8BF0-E9764ADA1673}" srcOrd="0" destOrd="0" presId="urn:microsoft.com/office/officeart/2008/layout/CircleAccentTimeline"/>
    <dgm:cxn modelId="{51DCE4A9-A717-4764-8CE9-C3216EDAF7D0}" type="presOf" srcId="{2C16A6E7-5784-4C70-8B68-66ABCD2C6846}" destId="{9D41FE8E-CA4D-43ED-BE02-F59B4AA0726C}" srcOrd="0" destOrd="0" presId="urn:microsoft.com/office/officeart/2008/layout/CircleAccentTimeline"/>
    <dgm:cxn modelId="{E6E1F7AB-7CB6-4DBD-8537-926BD9C127BE}" srcId="{2E7F0C8C-E671-40D2-81DC-F536F15192BD}" destId="{A8A4A90E-A850-4383-8D06-D808064AA981}" srcOrd="0" destOrd="0" parTransId="{E5560920-DB50-4CCE-A83C-8CAEAFE543E3}" sibTransId="{3EC3E585-8CB5-4971-8AEB-F65D9162BD2F}"/>
    <dgm:cxn modelId="{9F76D8AE-CE29-464A-9958-FF8C69C3FF7D}" srcId="{2C16A6E7-5784-4C70-8B68-66ABCD2C6846}" destId="{30997011-486F-45B5-8445-7267BEEEEA31}" srcOrd="0" destOrd="0" parTransId="{1E81E02D-F7A9-499A-A3C0-8DD15A09165F}" sibTransId="{C823E6C3-7CC9-4D26-99AE-AA86CFA56896}"/>
    <dgm:cxn modelId="{CE79BCB8-A0C2-4046-ADB4-1D3BC1ABADA1}" type="presOf" srcId="{CCD3DF5B-2F29-4144-9609-A720853BA266}" destId="{A8242995-B991-4708-8057-E1B50E15F325}" srcOrd="0" destOrd="0" presId="urn:microsoft.com/office/officeart/2008/layout/CircleAccentTimeline"/>
    <dgm:cxn modelId="{68A651BD-A9BE-4B01-AB8D-D14E09A4B025}" type="presOf" srcId="{DEC9C3A4-C1E3-4D3E-A50B-1FB1F673883A}" destId="{123ABF3B-FB12-4EDA-861E-9C925C5FA401}" srcOrd="0" destOrd="0" presId="urn:microsoft.com/office/officeart/2008/layout/CircleAccentTimeline"/>
    <dgm:cxn modelId="{6FD6F8BD-5644-4239-953D-8F7A421D1645}" srcId="{E1F64A1A-BF30-47F4-81B2-8F575CFB78BD}" destId="{3A176EDA-6A08-438D-8C56-A98077068839}" srcOrd="0" destOrd="0" parTransId="{6BBD1F9F-8D6A-4611-B44D-D1E072189110}" sibTransId="{5C3634E0-7E21-4D23-9896-AC78B26B5B69}"/>
    <dgm:cxn modelId="{07A4F9D3-3779-4758-A9E4-8608F885E2CC}" srcId="{2C16A6E7-5784-4C70-8B68-66ABCD2C6846}" destId="{2DC8035C-6940-49A1-BACB-7CB885421922}" srcOrd="4" destOrd="0" parTransId="{9EEEA14B-588D-4CF0-BE08-F79EBB56D16C}" sibTransId="{E7F38D24-F4A0-429A-ACA3-8D40FE6C488D}"/>
    <dgm:cxn modelId="{8C976DD5-3BDD-4F3C-AC1B-995278563841}" srcId="{2C16A6E7-5784-4C70-8B68-66ABCD2C6846}" destId="{2E7F0C8C-E671-40D2-81DC-F536F15192BD}" srcOrd="3" destOrd="0" parTransId="{FDCDF4BE-6685-408F-B52E-87AAAFA722EB}" sibTransId="{776AA32C-6640-4FB8-8CCF-93D438AECC0C}"/>
    <dgm:cxn modelId="{35E586E3-1D74-4FD2-B7F2-4738771DDEEE}" type="presOf" srcId="{DF7793B3-A552-496A-9F1C-A6E999835D90}" destId="{7B5AC478-2512-48C2-906F-5F6215AAFF10}" srcOrd="0" destOrd="0" presId="urn:microsoft.com/office/officeart/2008/layout/CircleAccentTimeline"/>
    <dgm:cxn modelId="{AC663CE5-7F49-43DF-B530-EC6E62FABFCD}" srcId="{2DC8035C-6940-49A1-BACB-7CB885421922}" destId="{DF7793B3-A552-496A-9F1C-A6E999835D90}" srcOrd="2" destOrd="0" parTransId="{9B1D33ED-65BB-4E12-90AC-CDC6A9CF82A1}" sibTransId="{0FA1A84B-0615-457C-AC62-95CC1F002E3A}"/>
    <dgm:cxn modelId="{8909BBEE-D635-4653-AE54-1D93E80C7E9E}" type="presOf" srcId="{A8A4A90E-A850-4383-8D06-D808064AA981}" destId="{3D681B00-89D0-4C17-8AD8-F5009375BDFD}" srcOrd="0" destOrd="0" presId="urn:microsoft.com/office/officeart/2008/layout/CircleAccentTimeline"/>
    <dgm:cxn modelId="{88993C49-20CE-4AFE-AF34-48E3CECDD88D}" type="presParOf" srcId="{9D41FE8E-CA4D-43ED-BE02-F59B4AA0726C}" destId="{2FEA0D4F-7A1D-4B46-B6DE-F192BC61A8D6}" srcOrd="0" destOrd="0" presId="urn:microsoft.com/office/officeart/2008/layout/CircleAccentTimeline"/>
    <dgm:cxn modelId="{46C4D589-BCF0-49B9-9B80-C267E67275A4}" type="presParOf" srcId="{2FEA0D4F-7A1D-4B46-B6DE-F192BC61A8D6}" destId="{958360F3-5253-45D5-9B0B-896FE86377B2}" srcOrd="0" destOrd="0" presId="urn:microsoft.com/office/officeart/2008/layout/CircleAccentTimeline"/>
    <dgm:cxn modelId="{DC180C33-3921-405C-9306-5A5A4374D2A4}" type="presParOf" srcId="{2FEA0D4F-7A1D-4B46-B6DE-F192BC61A8D6}" destId="{0AA12ED6-D22F-4150-80C9-308E11607411}" srcOrd="1" destOrd="0" presId="urn:microsoft.com/office/officeart/2008/layout/CircleAccentTimeline"/>
    <dgm:cxn modelId="{97312183-2F7F-4768-8164-69F5B8430577}" type="presParOf" srcId="{2FEA0D4F-7A1D-4B46-B6DE-F192BC61A8D6}" destId="{9A2BDEE4-BB04-4C58-8A25-F56EB86890B3}" srcOrd="2" destOrd="0" presId="urn:microsoft.com/office/officeart/2008/layout/CircleAccentTimeline"/>
    <dgm:cxn modelId="{F61DB5B0-C6B1-4372-A8B9-90FE13856170}" type="presParOf" srcId="{9D41FE8E-CA4D-43ED-BE02-F59B4AA0726C}" destId="{C5D51443-B73A-4389-8CDF-DD81294C639A}" srcOrd="1" destOrd="0" presId="urn:microsoft.com/office/officeart/2008/layout/CircleAccentTimeline"/>
    <dgm:cxn modelId="{7C9EF0C7-D156-42D3-B9D4-6EA0F256B33B}" type="presParOf" srcId="{9D41FE8E-CA4D-43ED-BE02-F59B4AA0726C}" destId="{201643E1-5266-43DA-9355-70BA7C330A9F}" srcOrd="2" destOrd="0" presId="urn:microsoft.com/office/officeart/2008/layout/CircleAccentTimeline"/>
    <dgm:cxn modelId="{9F43D079-14F1-48F4-9A93-61C9912C8124}" type="presParOf" srcId="{9D41FE8E-CA4D-43ED-BE02-F59B4AA0726C}" destId="{7A442F14-85C6-41C9-BB3B-4801DE243777}" srcOrd="3" destOrd="0" presId="urn:microsoft.com/office/officeart/2008/layout/CircleAccentTimeline"/>
    <dgm:cxn modelId="{AC4AE2D2-DE27-436E-B24A-B9683152AD4D}" type="presParOf" srcId="{9D41FE8E-CA4D-43ED-BE02-F59B4AA0726C}" destId="{CCAF7C0F-CF4D-4FE2-B0F0-CC8A3D0ACDE4}" srcOrd="4" destOrd="0" presId="urn:microsoft.com/office/officeart/2008/layout/CircleAccentTimeline"/>
    <dgm:cxn modelId="{98B0540B-0D3B-4F1F-80AF-44BCDA27B01A}" type="presParOf" srcId="{CCAF7C0F-CF4D-4FE2-B0F0-CC8A3D0ACDE4}" destId="{82F7E101-D170-4CBD-84F2-68A11BBF916F}" srcOrd="0" destOrd="0" presId="urn:microsoft.com/office/officeart/2008/layout/CircleAccentTimeline"/>
    <dgm:cxn modelId="{8AF9B54A-DC00-4937-BFFE-3EDB79A90062}" type="presParOf" srcId="{CCAF7C0F-CF4D-4FE2-B0F0-CC8A3D0ACDE4}" destId="{1C0D0DBE-ABD1-4AD6-994C-FD11A85EF2B3}" srcOrd="1" destOrd="0" presId="urn:microsoft.com/office/officeart/2008/layout/CircleAccentTimeline"/>
    <dgm:cxn modelId="{1C63AB9B-E606-46AF-A918-F92DB4505CED}" type="presParOf" srcId="{CCAF7C0F-CF4D-4FE2-B0F0-CC8A3D0ACDE4}" destId="{649F1119-C8E8-4E70-8A9D-740871172CA9}" srcOrd="2" destOrd="0" presId="urn:microsoft.com/office/officeart/2008/layout/CircleAccentTimeline"/>
    <dgm:cxn modelId="{E227B0C0-B9E9-4DC3-9BC8-6070A9ADD5C9}" type="presParOf" srcId="{9D41FE8E-CA4D-43ED-BE02-F59B4AA0726C}" destId="{062D48E1-7759-4C9C-9538-9F80A27E9EB1}" srcOrd="5" destOrd="0" presId="urn:microsoft.com/office/officeart/2008/layout/CircleAccentTimeline"/>
    <dgm:cxn modelId="{187D8AFA-7E81-4A7B-8C4E-2D2FDB8CAE1C}" type="presParOf" srcId="{9D41FE8E-CA4D-43ED-BE02-F59B4AA0726C}" destId="{6D4067BD-36A5-420F-BC5A-8986D741F2BC}" srcOrd="6" destOrd="0" presId="urn:microsoft.com/office/officeart/2008/layout/CircleAccentTimeline"/>
    <dgm:cxn modelId="{AF3F6253-AA26-4288-9541-6AAF638D08FE}" type="presParOf" srcId="{9D41FE8E-CA4D-43ED-BE02-F59B4AA0726C}" destId="{3495AD59-A63D-4ABB-B93E-966D62402A3D}" srcOrd="7" destOrd="0" presId="urn:microsoft.com/office/officeart/2008/layout/CircleAccentTimeline"/>
    <dgm:cxn modelId="{858BC8B4-6D33-485D-9A04-6432F33C8112}" type="presParOf" srcId="{3495AD59-A63D-4ABB-B93E-966D62402A3D}" destId="{C29F266D-461E-4790-A445-769D649421FB}" srcOrd="0" destOrd="0" presId="urn:microsoft.com/office/officeart/2008/layout/CircleAccentTimeline"/>
    <dgm:cxn modelId="{2E74567E-72E6-4CAE-A680-C9267EDDAFF4}" type="presParOf" srcId="{3495AD59-A63D-4ABB-B93E-966D62402A3D}" destId="{1CCFB919-7FB5-46DD-8686-9F90FE8945A1}" srcOrd="1" destOrd="0" presId="urn:microsoft.com/office/officeart/2008/layout/CircleAccentTimeline"/>
    <dgm:cxn modelId="{36E378E5-3836-4DF5-9504-48C152BECBAC}" type="presParOf" srcId="{3495AD59-A63D-4ABB-B93E-966D62402A3D}" destId="{A59B3583-56E7-40E5-9869-EA6A9E63CCD2}" srcOrd="2" destOrd="0" presId="urn:microsoft.com/office/officeart/2008/layout/CircleAccentTimeline"/>
    <dgm:cxn modelId="{94D54D50-544B-4D81-A2BA-87AA0D98BDC0}" type="presParOf" srcId="{9D41FE8E-CA4D-43ED-BE02-F59B4AA0726C}" destId="{FB8ABA64-10E9-49DD-88AE-5932FF63BBFE}" srcOrd="8" destOrd="0" presId="urn:microsoft.com/office/officeart/2008/layout/CircleAccentTimeline"/>
    <dgm:cxn modelId="{05A84D6B-14FE-4ECD-A152-A23D037834B1}" type="presParOf" srcId="{9D41FE8E-CA4D-43ED-BE02-F59B4AA0726C}" destId="{E3C43D61-3B42-4887-B7E8-21FE02CFF187}" srcOrd="9" destOrd="0" presId="urn:microsoft.com/office/officeart/2008/layout/CircleAccentTimeline"/>
    <dgm:cxn modelId="{FDE28E7F-9091-4CEE-89C2-AF00160233EC}" type="presParOf" srcId="{9D41FE8E-CA4D-43ED-BE02-F59B4AA0726C}" destId="{933DB55F-6504-45E3-97C1-8F589076BF6B}" srcOrd="10" destOrd="0" presId="urn:microsoft.com/office/officeart/2008/layout/CircleAccentTimeline"/>
    <dgm:cxn modelId="{A216F293-2F71-469B-9EA6-D535FC960DCE}" type="presParOf" srcId="{9D41FE8E-CA4D-43ED-BE02-F59B4AA0726C}" destId="{4DE0B8F3-ECA1-4FCB-919C-83DD71D493F2}" srcOrd="11" destOrd="0" presId="urn:microsoft.com/office/officeart/2008/layout/CircleAccentTimeline"/>
    <dgm:cxn modelId="{3E890FAE-697F-4A1A-A580-6406E17C79E1}" type="presParOf" srcId="{4DE0B8F3-ECA1-4FCB-919C-83DD71D493F2}" destId="{D825B5FC-64F4-406A-B942-73570DC77975}" srcOrd="0" destOrd="0" presId="urn:microsoft.com/office/officeart/2008/layout/CircleAccentTimeline"/>
    <dgm:cxn modelId="{33A66835-7589-4A7F-8129-E767B8C5FC98}" type="presParOf" srcId="{4DE0B8F3-ECA1-4FCB-919C-83DD71D493F2}" destId="{05DC3B5F-B7B0-45DE-B754-E964C5FA4101}" srcOrd="1" destOrd="0" presId="urn:microsoft.com/office/officeart/2008/layout/CircleAccentTimeline"/>
    <dgm:cxn modelId="{70A400FD-6C96-40C8-97A8-8F095A5C264D}" type="presParOf" srcId="{4DE0B8F3-ECA1-4FCB-919C-83DD71D493F2}" destId="{C12D469C-3BDC-49F6-98ED-B6F79122D460}" srcOrd="2" destOrd="0" presId="urn:microsoft.com/office/officeart/2008/layout/CircleAccentTimeline"/>
    <dgm:cxn modelId="{30BA91FB-B3FC-4FB8-B877-1A9373C5CC22}" type="presParOf" srcId="{9D41FE8E-CA4D-43ED-BE02-F59B4AA0726C}" destId="{AC87A271-EB88-44E3-AB5C-753BCACB7415}" srcOrd="12" destOrd="0" presId="urn:microsoft.com/office/officeart/2008/layout/CircleAccentTimeline"/>
    <dgm:cxn modelId="{44411D08-C726-430F-A8B7-4B5D0A2CA54D}" type="presParOf" srcId="{9D41FE8E-CA4D-43ED-BE02-F59B4AA0726C}" destId="{BCFBA96F-362E-40DD-888D-AFF4AB91EE7F}" srcOrd="13" destOrd="0" presId="urn:microsoft.com/office/officeart/2008/layout/CircleAccentTimeline"/>
    <dgm:cxn modelId="{6AED6A18-1DF5-4911-8EBC-355C294136A9}" type="presParOf" srcId="{9D41FE8E-CA4D-43ED-BE02-F59B4AA0726C}" destId="{BD501C52-2EA6-4DE7-9DAF-EF84F6B4D693}" srcOrd="14" destOrd="0" presId="urn:microsoft.com/office/officeart/2008/layout/CircleAccentTimeline"/>
    <dgm:cxn modelId="{65012A6E-7EF1-47CE-A07A-74A978A2D2A9}" type="presParOf" srcId="{BD501C52-2EA6-4DE7-9DAF-EF84F6B4D693}" destId="{413889BD-683F-4AA7-AB3C-330D7A14CBE1}" srcOrd="0" destOrd="0" presId="urn:microsoft.com/office/officeart/2008/layout/CircleAccentTimeline"/>
    <dgm:cxn modelId="{94DA36AB-E00C-47F6-9A69-CE14D80E5ECD}" type="presParOf" srcId="{BD501C52-2EA6-4DE7-9DAF-EF84F6B4D693}" destId="{A8242995-B991-4708-8057-E1B50E15F325}" srcOrd="1" destOrd="0" presId="urn:microsoft.com/office/officeart/2008/layout/CircleAccentTimeline"/>
    <dgm:cxn modelId="{19C8B88D-3439-4A8F-A125-C5333AB0BFE3}" type="presParOf" srcId="{BD501C52-2EA6-4DE7-9DAF-EF84F6B4D693}" destId="{3B88C398-00CF-460C-822D-4464084FCA29}" srcOrd="2" destOrd="0" presId="urn:microsoft.com/office/officeart/2008/layout/CircleAccentTimeline"/>
    <dgm:cxn modelId="{86495A6E-C770-451C-A91B-3918DA904656}" type="presParOf" srcId="{9D41FE8E-CA4D-43ED-BE02-F59B4AA0726C}" destId="{18E8130F-8919-49A2-B686-28C0782CB906}" srcOrd="15" destOrd="0" presId="urn:microsoft.com/office/officeart/2008/layout/CircleAccentTimeline"/>
    <dgm:cxn modelId="{2D14919B-44FF-468B-BE38-70CB04A08B5E}" type="presParOf" srcId="{9D41FE8E-CA4D-43ED-BE02-F59B4AA0726C}" destId="{A63DF5E0-858B-4B32-8CC4-A8C8213CE0CD}" srcOrd="16" destOrd="0" presId="urn:microsoft.com/office/officeart/2008/layout/CircleAccentTimeline"/>
    <dgm:cxn modelId="{30232162-7C6D-4A82-AD7F-59AD7E42C437}" type="presParOf" srcId="{9D41FE8E-CA4D-43ED-BE02-F59B4AA0726C}" destId="{67B78EBA-2856-4399-BAAF-03FA7555D5B6}" srcOrd="17" destOrd="0" presId="urn:microsoft.com/office/officeart/2008/layout/CircleAccentTimeline"/>
    <dgm:cxn modelId="{7D26EC61-76D1-49AB-83C9-BAD4F7A57F6F}" type="presParOf" srcId="{9D41FE8E-CA4D-43ED-BE02-F59B4AA0726C}" destId="{31E85262-6A60-4DE4-BDE1-6EA64788E896}" srcOrd="18" destOrd="0" presId="urn:microsoft.com/office/officeart/2008/layout/CircleAccentTimeline"/>
    <dgm:cxn modelId="{D46C2CBB-24FC-47D9-8F4C-38312328ADA4}" type="presParOf" srcId="{31E85262-6A60-4DE4-BDE1-6EA64788E896}" destId="{4811E822-0A57-4367-BC43-FB6FA29F694A}" srcOrd="0" destOrd="0" presId="urn:microsoft.com/office/officeart/2008/layout/CircleAccentTimeline"/>
    <dgm:cxn modelId="{8A2571F0-9359-453F-9FB1-CE50E9AB0311}" type="presParOf" srcId="{31E85262-6A60-4DE4-BDE1-6EA64788E896}" destId="{BD873F0A-59D4-43CB-97D2-F5813604A0EE}" srcOrd="1" destOrd="0" presId="urn:microsoft.com/office/officeart/2008/layout/CircleAccentTimeline"/>
    <dgm:cxn modelId="{C8428BD0-2905-4B59-B7EC-743F7A51A0BC}" type="presParOf" srcId="{31E85262-6A60-4DE4-BDE1-6EA64788E896}" destId="{B9E8DF09-CA4E-4F46-843D-1D0C39C898E5}" srcOrd="2" destOrd="0" presId="urn:microsoft.com/office/officeart/2008/layout/CircleAccentTimeline"/>
    <dgm:cxn modelId="{26E7B1F4-EF5C-409F-A47C-46112EAE4071}" type="presParOf" srcId="{9D41FE8E-CA4D-43ED-BE02-F59B4AA0726C}" destId="{397911C5-09C3-4B44-BCB4-719EA84CCCDC}" srcOrd="19" destOrd="0" presId="urn:microsoft.com/office/officeart/2008/layout/CircleAccentTimeline"/>
    <dgm:cxn modelId="{182FD08F-BC03-4ADE-A474-FC56F11B94E0}" type="presParOf" srcId="{9D41FE8E-CA4D-43ED-BE02-F59B4AA0726C}" destId="{77A78E2B-93E8-4E59-AF9F-626F6BA75CD8}" srcOrd="20" destOrd="0" presId="urn:microsoft.com/office/officeart/2008/layout/CircleAccentTimeline"/>
    <dgm:cxn modelId="{7F65DBC8-2BF6-4F9B-B40C-C8206186AC58}" type="presParOf" srcId="{9D41FE8E-CA4D-43ED-BE02-F59B4AA0726C}" destId="{41DCFA36-169B-43B5-8847-26E66D6550DA}" srcOrd="21" destOrd="0" presId="urn:microsoft.com/office/officeart/2008/layout/CircleAccentTimeline"/>
    <dgm:cxn modelId="{BCA49474-A071-471F-A7D1-1A6EE6829121}" type="presParOf" srcId="{41DCFA36-169B-43B5-8847-26E66D6550DA}" destId="{F743D031-2C31-468A-A820-142256474749}" srcOrd="0" destOrd="0" presId="urn:microsoft.com/office/officeart/2008/layout/CircleAccentTimeline"/>
    <dgm:cxn modelId="{C0C07DF3-2B3C-4A82-940A-7FFE8A62318A}" type="presParOf" srcId="{41DCFA36-169B-43B5-8847-26E66D6550DA}" destId="{6F5014A6-34F0-45A5-BF57-269E30712B4D}" srcOrd="1" destOrd="0" presId="urn:microsoft.com/office/officeart/2008/layout/CircleAccentTimeline"/>
    <dgm:cxn modelId="{9A80128F-369C-49EF-BC03-FE0399020907}" type="presParOf" srcId="{41DCFA36-169B-43B5-8847-26E66D6550DA}" destId="{7F57F3D4-FEF3-46C8-A53C-EC9261E343E7}" srcOrd="2" destOrd="0" presId="urn:microsoft.com/office/officeart/2008/layout/CircleAccentTimeline"/>
    <dgm:cxn modelId="{3264FAA4-70E6-4D8F-AC1C-B52E5EF21A80}" type="presParOf" srcId="{9D41FE8E-CA4D-43ED-BE02-F59B4AA0726C}" destId="{9FD541F1-92FF-43C8-A94D-EE189646DA5E}" srcOrd="22" destOrd="0" presId="urn:microsoft.com/office/officeart/2008/layout/CircleAccentTimeline"/>
    <dgm:cxn modelId="{09000E78-8DFC-4A1F-B36A-97196CF5E3DE}" type="presParOf" srcId="{9D41FE8E-CA4D-43ED-BE02-F59B4AA0726C}" destId="{00165593-0984-4929-A502-976946AF5CF8}" srcOrd="23" destOrd="0" presId="urn:microsoft.com/office/officeart/2008/layout/CircleAccentTimeline"/>
    <dgm:cxn modelId="{51AE4BE0-A141-4878-81EA-2A049236F0E4}" type="presParOf" srcId="{9D41FE8E-CA4D-43ED-BE02-F59B4AA0726C}" destId="{B7571221-FD00-4C6C-90EE-5A5C496C0DE3}" srcOrd="24" destOrd="0" presId="urn:microsoft.com/office/officeart/2008/layout/CircleAccentTimeline"/>
    <dgm:cxn modelId="{8338027D-EC4A-426C-8D60-128F1239303D}" type="presParOf" srcId="{9D41FE8E-CA4D-43ED-BE02-F59B4AA0726C}" destId="{CF80AE93-6626-478F-92DD-B2116FC7F68D}" srcOrd="25" destOrd="0" presId="urn:microsoft.com/office/officeart/2008/layout/CircleAccentTimeline"/>
    <dgm:cxn modelId="{247F83C5-0974-4327-A2A4-5DE9C0241D72}" type="presParOf" srcId="{CF80AE93-6626-478F-92DD-B2116FC7F68D}" destId="{25C40FA7-DDF4-47EB-B998-D6F01B8444DC}" srcOrd="0" destOrd="0" presId="urn:microsoft.com/office/officeart/2008/layout/CircleAccentTimeline"/>
    <dgm:cxn modelId="{3EDB8B16-0021-4517-84F0-D759BD37F4F8}" type="presParOf" srcId="{CF80AE93-6626-478F-92DD-B2116FC7F68D}" destId="{3D681B00-89D0-4C17-8AD8-F5009375BDFD}" srcOrd="1" destOrd="0" presId="urn:microsoft.com/office/officeart/2008/layout/CircleAccentTimeline"/>
    <dgm:cxn modelId="{44B8A5E8-9CAA-4CFF-896B-B10DDE048CEC}" type="presParOf" srcId="{CF80AE93-6626-478F-92DD-B2116FC7F68D}" destId="{1694A229-C9D1-4A73-A056-09A34E731D46}" srcOrd="2" destOrd="0" presId="urn:microsoft.com/office/officeart/2008/layout/CircleAccentTimeline"/>
    <dgm:cxn modelId="{204B2778-09D2-4789-9CA6-1AAE72A5764A}" type="presParOf" srcId="{9D41FE8E-CA4D-43ED-BE02-F59B4AA0726C}" destId="{837B74BB-54AE-46AC-A7EC-FF03C3E743AD}" srcOrd="26" destOrd="0" presId="urn:microsoft.com/office/officeart/2008/layout/CircleAccentTimeline"/>
    <dgm:cxn modelId="{F5769796-D59F-441E-AE21-0F489C7CAEAA}" type="presParOf" srcId="{9D41FE8E-CA4D-43ED-BE02-F59B4AA0726C}" destId="{8A1ECA06-15E2-4127-AFE3-8ADB8CC3666E}" srcOrd="27" destOrd="0" presId="urn:microsoft.com/office/officeart/2008/layout/CircleAccentTimeline"/>
    <dgm:cxn modelId="{508F88B9-F93C-471C-B128-471412A0EFDF}" type="presParOf" srcId="{9D41FE8E-CA4D-43ED-BE02-F59B4AA0726C}" destId="{B3366520-5DB0-403D-A18B-43CECB304665}" srcOrd="28" destOrd="0" presId="urn:microsoft.com/office/officeart/2008/layout/CircleAccentTimeline"/>
    <dgm:cxn modelId="{2C7408D8-EAE3-4C6E-8E95-04D1AB50951D}" type="presParOf" srcId="{B3366520-5DB0-403D-A18B-43CECB304665}" destId="{ED213269-201C-40F8-BC59-3FBAC3ECF863}" srcOrd="0" destOrd="0" presId="urn:microsoft.com/office/officeart/2008/layout/CircleAccentTimeline"/>
    <dgm:cxn modelId="{9B72A9C8-951E-430C-B945-778D79BE8A62}" type="presParOf" srcId="{B3366520-5DB0-403D-A18B-43CECB304665}" destId="{9D1782B7-AE91-452D-8A0F-AAB187895E1D}" srcOrd="1" destOrd="0" presId="urn:microsoft.com/office/officeart/2008/layout/CircleAccentTimeline"/>
    <dgm:cxn modelId="{F3B40433-8D1D-4BF4-B421-82059AC6B9F4}" type="presParOf" srcId="{B3366520-5DB0-403D-A18B-43CECB304665}" destId="{9E8CBE00-D1FF-40BF-A9E5-33A7F54B65D7}" srcOrd="2" destOrd="0" presId="urn:microsoft.com/office/officeart/2008/layout/CircleAccentTimeline"/>
    <dgm:cxn modelId="{4A20A46C-ED2A-42A9-82B2-FCB8C3D9E084}" type="presParOf" srcId="{9D41FE8E-CA4D-43ED-BE02-F59B4AA0726C}" destId="{2550DFAD-CC64-414B-9175-7E19475023D3}" srcOrd="29" destOrd="0" presId="urn:microsoft.com/office/officeart/2008/layout/CircleAccentTimeline"/>
    <dgm:cxn modelId="{72758E6B-522B-4E98-B7B5-18E1AE21F257}" type="presParOf" srcId="{9D41FE8E-CA4D-43ED-BE02-F59B4AA0726C}" destId="{79561794-9C91-42E4-BED5-3C35E3AE3FAD}" srcOrd="30" destOrd="0" presId="urn:microsoft.com/office/officeart/2008/layout/CircleAccentTimeline"/>
    <dgm:cxn modelId="{C1B63585-384E-4254-ABCF-C69A714C0EFF}" type="presParOf" srcId="{9D41FE8E-CA4D-43ED-BE02-F59B4AA0726C}" destId="{D2D36CEC-DDDB-41D0-8CE9-F94E8178A2C1}" srcOrd="31" destOrd="0" presId="urn:microsoft.com/office/officeart/2008/layout/CircleAccentTimeline"/>
    <dgm:cxn modelId="{B6194F4D-8DC4-441B-9DEC-F5111AF686EF}" type="presParOf" srcId="{9D41FE8E-CA4D-43ED-BE02-F59B4AA0726C}" destId="{9F8C61A1-CBE5-4C8A-BF4E-8BB8082E6841}" srcOrd="32" destOrd="0" presId="urn:microsoft.com/office/officeart/2008/layout/CircleAccentTimeline"/>
    <dgm:cxn modelId="{287D888E-E1BB-4CB4-AA8C-7BF4E3CB84B0}" type="presParOf" srcId="{9F8C61A1-CBE5-4C8A-BF4E-8BB8082E6841}" destId="{EAD1D7B6-F711-456A-911E-39377120C640}" srcOrd="0" destOrd="0" presId="urn:microsoft.com/office/officeart/2008/layout/CircleAccentTimeline"/>
    <dgm:cxn modelId="{D7CBA516-A938-4C41-BADB-8B6F0DB69305}" type="presParOf" srcId="{9F8C61A1-CBE5-4C8A-BF4E-8BB8082E6841}" destId="{123ABF3B-FB12-4EDA-861E-9C925C5FA401}" srcOrd="1" destOrd="0" presId="urn:microsoft.com/office/officeart/2008/layout/CircleAccentTimeline"/>
    <dgm:cxn modelId="{1423412E-D07A-4E8F-ADB7-F8A5EDE2049E}" type="presParOf" srcId="{9F8C61A1-CBE5-4C8A-BF4E-8BB8082E6841}" destId="{6846FC60-A34C-4B9D-82EC-150B87DD170D}" srcOrd="2" destOrd="0" presId="urn:microsoft.com/office/officeart/2008/layout/CircleAccentTimeline"/>
    <dgm:cxn modelId="{4274DFCE-6BFE-4BBA-B620-AE5DF6ECAB66}" type="presParOf" srcId="{9D41FE8E-CA4D-43ED-BE02-F59B4AA0726C}" destId="{4F4DAAAF-575A-4FB1-9C42-E70A221160D8}" srcOrd="33" destOrd="0" presId="urn:microsoft.com/office/officeart/2008/layout/CircleAccentTimeline"/>
    <dgm:cxn modelId="{E2BB9804-FB42-4896-8209-2E57ED72F5AD}" type="presParOf" srcId="{9D41FE8E-CA4D-43ED-BE02-F59B4AA0726C}" destId="{171FD77B-BF1A-4976-9116-C870FA43BE95}" srcOrd="34" destOrd="0" presId="urn:microsoft.com/office/officeart/2008/layout/CircleAccentTimeline"/>
    <dgm:cxn modelId="{7905A750-B095-4FA9-84A2-687D1122B023}" type="presParOf" srcId="{9D41FE8E-CA4D-43ED-BE02-F59B4AA0726C}" destId="{6CC6BFB1-AE9D-490E-9911-77C20BA40304}" srcOrd="35" destOrd="0" presId="urn:microsoft.com/office/officeart/2008/layout/CircleAccentTimeline"/>
    <dgm:cxn modelId="{CA2D07C4-E76F-47C1-B08C-2647FC73ABE6}" type="presParOf" srcId="{9D41FE8E-CA4D-43ED-BE02-F59B4AA0726C}" destId="{2E44401A-F5D6-4F97-8ED3-DA2D312599F1}" srcOrd="36" destOrd="0" presId="urn:microsoft.com/office/officeart/2008/layout/CircleAccentTimeline"/>
    <dgm:cxn modelId="{24577E8A-26FC-4308-9271-98C838E8E113}" type="presParOf" srcId="{2E44401A-F5D6-4F97-8ED3-DA2D312599F1}" destId="{190BFEA5-A2BB-4304-9411-438C3D852B96}" srcOrd="0" destOrd="0" presId="urn:microsoft.com/office/officeart/2008/layout/CircleAccentTimeline"/>
    <dgm:cxn modelId="{44F62F33-84CB-41C2-B8CB-616E6650B0BB}" type="presParOf" srcId="{2E44401A-F5D6-4F97-8ED3-DA2D312599F1}" destId="{72D29AB9-ECEB-4ED4-8BF0-E9764ADA1673}" srcOrd="1" destOrd="0" presId="urn:microsoft.com/office/officeart/2008/layout/CircleAccentTimeline"/>
    <dgm:cxn modelId="{DBA45279-1FE2-4492-8E81-780A7CA73CAB}" type="presParOf" srcId="{2E44401A-F5D6-4F97-8ED3-DA2D312599F1}" destId="{E2B3BDA2-E316-47F0-A191-AF4B1AC08FDC}" srcOrd="2" destOrd="0" presId="urn:microsoft.com/office/officeart/2008/layout/CircleAccentTimeline"/>
    <dgm:cxn modelId="{CD4B72BC-7027-40F8-89B2-D851FA52E01A}" type="presParOf" srcId="{9D41FE8E-CA4D-43ED-BE02-F59B4AA0726C}" destId="{7CC6548D-DCC1-415A-894F-92EAC6E59F97}" srcOrd="37" destOrd="0" presId="urn:microsoft.com/office/officeart/2008/layout/CircleAccentTimeline"/>
    <dgm:cxn modelId="{45CDAB6D-AA09-498E-9F92-5121A4799787}" type="presParOf" srcId="{9D41FE8E-CA4D-43ED-BE02-F59B4AA0726C}" destId="{D3F25AB8-4B96-44C3-B1A1-E408FF554472}" srcOrd="38" destOrd="0" presId="urn:microsoft.com/office/officeart/2008/layout/CircleAccentTimeline"/>
    <dgm:cxn modelId="{34AD43AB-ABA1-456F-A2E8-1875223B754F}" type="presParOf" srcId="{9D41FE8E-CA4D-43ED-BE02-F59B4AA0726C}" destId="{C3FADCBA-72BA-4870-B6B8-C3F6FF048F1A}" srcOrd="39" destOrd="0" presId="urn:microsoft.com/office/officeart/2008/layout/CircleAccentTimeline"/>
    <dgm:cxn modelId="{202FEA2C-0B16-4CC8-B0EB-2704BF59DA8D}" type="presParOf" srcId="{9D41FE8E-CA4D-43ED-BE02-F59B4AA0726C}" destId="{F3AAB106-7C96-4572-BED7-71FD2E36EC96}" srcOrd="40" destOrd="0" presId="urn:microsoft.com/office/officeart/2008/layout/CircleAccentTimeline"/>
    <dgm:cxn modelId="{0B5D7850-ADAD-448D-9150-5DC1323F6558}" type="presParOf" srcId="{F3AAB106-7C96-4572-BED7-71FD2E36EC96}" destId="{739B0E77-9818-48C8-8CC4-42B54BBAE25B}" srcOrd="0" destOrd="0" presId="urn:microsoft.com/office/officeart/2008/layout/CircleAccentTimeline"/>
    <dgm:cxn modelId="{72D29D4E-5D4C-45D1-BFAE-531F95924F35}" type="presParOf" srcId="{F3AAB106-7C96-4572-BED7-71FD2E36EC96}" destId="{7B5AC478-2512-48C2-906F-5F6215AAFF10}" srcOrd="1" destOrd="0" presId="urn:microsoft.com/office/officeart/2008/layout/CircleAccentTimeline"/>
    <dgm:cxn modelId="{698B1A7A-7536-401F-B2C0-9C40DD1A1F93}" type="presParOf" srcId="{F3AAB106-7C96-4572-BED7-71FD2E36EC96}" destId="{96B698E5-D305-4607-AF34-83E7F5513476}" srcOrd="2" destOrd="0" presId="urn:microsoft.com/office/officeart/2008/layout/CircleAccentTimeline"/>
    <dgm:cxn modelId="{8AE97DEA-9363-47C4-B5A9-F4C80237F596}" type="presParOf" srcId="{9D41FE8E-CA4D-43ED-BE02-F59B4AA0726C}" destId="{EAC7F2BF-22BD-4EAF-B89F-88B4F2DD8B2E}" srcOrd="41" destOrd="0" presId="urn:microsoft.com/office/officeart/2008/layout/CircleAccentTimeline"/>
    <dgm:cxn modelId="{3B578464-2F9B-4B24-9063-52FB3348C417}" type="presParOf" srcId="{9D41FE8E-CA4D-43ED-BE02-F59B4AA0726C}" destId="{62B910BA-6F6A-454A-BBC2-0B1EE6565AAD}" srcOrd="42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B58D2-7053-4B6B-BB8C-87FAC8F4F0A9}">
      <dsp:nvSpPr>
        <dsp:cNvPr id="0" name=""/>
        <dsp:cNvSpPr/>
      </dsp:nvSpPr>
      <dsp:spPr>
        <a:xfrm>
          <a:off x="2252772" y="1196816"/>
          <a:ext cx="1800004" cy="102584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Artificial Intelligence</a:t>
          </a:r>
        </a:p>
      </dsp:txBody>
      <dsp:txXfrm>
        <a:off x="2302849" y="1246893"/>
        <a:ext cx="1699850" cy="925688"/>
      </dsp:txXfrm>
    </dsp:sp>
    <dsp:sp modelId="{EFD0C169-9CBC-4604-96D4-E520A0C82A8E}">
      <dsp:nvSpPr>
        <dsp:cNvPr id="0" name=""/>
        <dsp:cNvSpPr/>
      </dsp:nvSpPr>
      <dsp:spPr>
        <a:xfrm rot="16200000">
          <a:off x="2906343" y="950384"/>
          <a:ext cx="49286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2863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A9126-BAF0-4868-85E0-D579CA76F454}">
      <dsp:nvSpPr>
        <dsp:cNvPr id="0" name=""/>
        <dsp:cNvSpPr/>
      </dsp:nvSpPr>
      <dsp:spPr>
        <a:xfrm>
          <a:off x="2180774" y="-16050"/>
          <a:ext cx="1944000" cy="72000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Machine Learning</a:t>
          </a:r>
        </a:p>
      </dsp:txBody>
      <dsp:txXfrm>
        <a:off x="2215922" y="19098"/>
        <a:ext cx="1873704" cy="649707"/>
      </dsp:txXfrm>
    </dsp:sp>
    <dsp:sp modelId="{7DB12689-8006-41BE-93F6-B1572F360EB3}">
      <dsp:nvSpPr>
        <dsp:cNvPr id="0" name=""/>
        <dsp:cNvSpPr/>
      </dsp:nvSpPr>
      <dsp:spPr>
        <a:xfrm rot="20768364">
          <a:off x="4048266" y="1450551"/>
          <a:ext cx="30985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9857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9A25FC-A182-4C05-B47F-6B5C086314EB}">
      <dsp:nvSpPr>
        <dsp:cNvPr id="0" name=""/>
        <dsp:cNvSpPr/>
      </dsp:nvSpPr>
      <dsp:spPr>
        <a:xfrm>
          <a:off x="4353612" y="813598"/>
          <a:ext cx="1944000" cy="72000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Natural Language Processing</a:t>
          </a:r>
        </a:p>
      </dsp:txBody>
      <dsp:txXfrm>
        <a:off x="4388760" y="848746"/>
        <a:ext cx="1873704" cy="649707"/>
      </dsp:txXfrm>
    </dsp:sp>
    <dsp:sp modelId="{14F30E49-BECA-412D-9692-FF992B4043D9}">
      <dsp:nvSpPr>
        <dsp:cNvPr id="0" name=""/>
        <dsp:cNvSpPr/>
      </dsp:nvSpPr>
      <dsp:spPr>
        <a:xfrm rot="1063080">
          <a:off x="4045287" y="2045333"/>
          <a:ext cx="31581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819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9F20EF-238E-4836-9D2D-1D83C3FF4F38}">
      <dsp:nvSpPr>
        <dsp:cNvPr id="0" name=""/>
        <dsp:cNvSpPr/>
      </dsp:nvSpPr>
      <dsp:spPr>
        <a:xfrm>
          <a:off x="4353616" y="2043930"/>
          <a:ext cx="1944000" cy="72000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Expert Systems</a:t>
          </a:r>
        </a:p>
      </dsp:txBody>
      <dsp:txXfrm>
        <a:off x="4388764" y="2079078"/>
        <a:ext cx="1873704" cy="649707"/>
      </dsp:txXfrm>
    </dsp:sp>
    <dsp:sp modelId="{E2F6D357-DC4D-4BC7-96FF-A31F69077B80}">
      <dsp:nvSpPr>
        <dsp:cNvPr id="0" name=""/>
        <dsp:cNvSpPr/>
      </dsp:nvSpPr>
      <dsp:spPr>
        <a:xfrm rot="5400000">
          <a:off x="2906343" y="2469090"/>
          <a:ext cx="49286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2863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D4EE0-DC29-45C2-83AC-F953979EA96B}">
      <dsp:nvSpPr>
        <dsp:cNvPr id="0" name=""/>
        <dsp:cNvSpPr/>
      </dsp:nvSpPr>
      <dsp:spPr>
        <a:xfrm>
          <a:off x="2180774" y="2715522"/>
          <a:ext cx="1944000" cy="720003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Neural Networks</a:t>
          </a:r>
        </a:p>
      </dsp:txBody>
      <dsp:txXfrm>
        <a:off x="2215922" y="2750670"/>
        <a:ext cx="1873704" cy="649707"/>
      </dsp:txXfrm>
    </dsp:sp>
    <dsp:sp modelId="{FE02E987-6B59-4C80-A025-38EE8D8DF256}">
      <dsp:nvSpPr>
        <dsp:cNvPr id="0" name=""/>
        <dsp:cNvSpPr/>
      </dsp:nvSpPr>
      <dsp:spPr>
        <a:xfrm rot="9755424">
          <a:off x="1939583" y="2039898"/>
          <a:ext cx="32053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0530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B235C-99D1-4354-858A-434D2E726D15}">
      <dsp:nvSpPr>
        <dsp:cNvPr id="0" name=""/>
        <dsp:cNvSpPr/>
      </dsp:nvSpPr>
      <dsp:spPr>
        <a:xfrm>
          <a:off x="2924" y="2032633"/>
          <a:ext cx="1944000" cy="72000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Robotics</a:t>
          </a:r>
        </a:p>
      </dsp:txBody>
      <dsp:txXfrm>
        <a:off x="38072" y="2067781"/>
        <a:ext cx="1873704" cy="649707"/>
      </dsp:txXfrm>
    </dsp:sp>
    <dsp:sp modelId="{C289D86B-93AF-4CF1-9D1D-F196D35E7F72}">
      <dsp:nvSpPr>
        <dsp:cNvPr id="0" name=""/>
        <dsp:cNvSpPr/>
      </dsp:nvSpPr>
      <dsp:spPr>
        <a:xfrm rot="11663316">
          <a:off x="1941963" y="1439614"/>
          <a:ext cx="3157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761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1B80F-A23A-4B44-AFD2-1A1F4353BFF3}">
      <dsp:nvSpPr>
        <dsp:cNvPr id="0" name=""/>
        <dsp:cNvSpPr/>
      </dsp:nvSpPr>
      <dsp:spPr>
        <a:xfrm>
          <a:off x="2915" y="791018"/>
          <a:ext cx="1944000" cy="72000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Computer Vision</a:t>
          </a:r>
        </a:p>
      </dsp:txBody>
      <dsp:txXfrm>
        <a:off x="38063" y="826166"/>
        <a:ext cx="1873704" cy="6497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EC78E-A815-4040-B981-E441A380E1E7}">
      <dsp:nvSpPr>
        <dsp:cNvPr id="0" name=""/>
        <dsp:cNvSpPr/>
      </dsp:nvSpPr>
      <dsp:spPr>
        <a:xfrm>
          <a:off x="510738" y="624154"/>
          <a:ext cx="517723" cy="5177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29E2C-DAA7-4393-9F9C-958F5065BB41}">
      <dsp:nvSpPr>
        <dsp:cNvPr id="0" name=""/>
        <dsp:cNvSpPr/>
      </dsp:nvSpPr>
      <dsp:spPr>
        <a:xfrm rot="17700000">
          <a:off x="693160" y="202104"/>
          <a:ext cx="643588" cy="31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1957</a:t>
          </a:r>
        </a:p>
      </dsp:txBody>
      <dsp:txXfrm>
        <a:off x="693160" y="202104"/>
        <a:ext cx="643588" cy="310159"/>
      </dsp:txXfrm>
    </dsp:sp>
    <dsp:sp modelId="{B712B3B2-160B-4523-9D22-47AECB242555}">
      <dsp:nvSpPr>
        <dsp:cNvPr id="0" name=""/>
        <dsp:cNvSpPr/>
      </dsp:nvSpPr>
      <dsp:spPr>
        <a:xfrm>
          <a:off x="1067458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43F4D-FD8E-484B-8850-ED8F5024A234}">
      <dsp:nvSpPr>
        <dsp:cNvPr id="0" name=""/>
        <dsp:cNvSpPr/>
      </dsp:nvSpPr>
      <dsp:spPr>
        <a:xfrm rot="17700000">
          <a:off x="749182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Fortran</a:t>
          </a:r>
        </a:p>
      </dsp:txBody>
      <dsp:txXfrm>
        <a:off x="749182" y="1122682"/>
        <a:ext cx="556734" cy="268436"/>
      </dsp:txXfrm>
    </dsp:sp>
    <dsp:sp modelId="{C8A0C23D-5A28-4EBB-9E6C-3CDAAA992F37}">
      <dsp:nvSpPr>
        <dsp:cNvPr id="0" name=""/>
        <dsp:cNvSpPr/>
      </dsp:nvSpPr>
      <dsp:spPr>
        <a:xfrm rot="17700000">
          <a:off x="1097731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78CBDC-B84E-4C23-9F04-F0A944C3424F}">
      <dsp:nvSpPr>
        <dsp:cNvPr id="0" name=""/>
        <dsp:cNvSpPr/>
      </dsp:nvSpPr>
      <dsp:spPr>
        <a:xfrm>
          <a:off x="1375186" y="624154"/>
          <a:ext cx="517723" cy="5177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5BB26-33BD-41AC-9F3B-874AE4B883E1}">
      <dsp:nvSpPr>
        <dsp:cNvPr id="0" name=""/>
        <dsp:cNvSpPr/>
      </dsp:nvSpPr>
      <dsp:spPr>
        <a:xfrm rot="17700000">
          <a:off x="1557609" y="202104"/>
          <a:ext cx="643588" cy="31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1959</a:t>
          </a:r>
        </a:p>
      </dsp:txBody>
      <dsp:txXfrm>
        <a:off x="1557609" y="202104"/>
        <a:ext cx="643588" cy="310159"/>
      </dsp:txXfrm>
    </dsp:sp>
    <dsp:sp modelId="{39722311-9A1E-4A97-8473-99EE2ACACCF4}">
      <dsp:nvSpPr>
        <dsp:cNvPr id="0" name=""/>
        <dsp:cNvSpPr/>
      </dsp:nvSpPr>
      <dsp:spPr>
        <a:xfrm>
          <a:off x="1931907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887B8-ABCA-4DAE-8FC3-90F1F1C793BE}">
      <dsp:nvSpPr>
        <dsp:cNvPr id="0" name=""/>
        <dsp:cNvSpPr/>
      </dsp:nvSpPr>
      <dsp:spPr>
        <a:xfrm rot="17700000">
          <a:off x="1613631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LISP</a:t>
          </a:r>
        </a:p>
      </dsp:txBody>
      <dsp:txXfrm>
        <a:off x="1613631" y="1122682"/>
        <a:ext cx="556734" cy="268436"/>
      </dsp:txXfrm>
    </dsp:sp>
    <dsp:sp modelId="{49788C32-68CA-4D06-AD20-D07CCEE59EFD}">
      <dsp:nvSpPr>
        <dsp:cNvPr id="0" name=""/>
        <dsp:cNvSpPr/>
      </dsp:nvSpPr>
      <dsp:spPr>
        <a:xfrm rot="17700000">
          <a:off x="1962180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9535DB-8DCD-4F35-B40F-8AF6EFCC2BD4}">
      <dsp:nvSpPr>
        <dsp:cNvPr id="0" name=""/>
        <dsp:cNvSpPr/>
      </dsp:nvSpPr>
      <dsp:spPr>
        <a:xfrm>
          <a:off x="2239635" y="624154"/>
          <a:ext cx="517723" cy="5177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28610-1A9A-4B89-BC77-F45403C81CEF}">
      <dsp:nvSpPr>
        <dsp:cNvPr id="0" name=""/>
        <dsp:cNvSpPr/>
      </dsp:nvSpPr>
      <dsp:spPr>
        <a:xfrm rot="17700000">
          <a:off x="2422058" y="202104"/>
          <a:ext cx="643588" cy="31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1960</a:t>
          </a:r>
        </a:p>
      </dsp:txBody>
      <dsp:txXfrm>
        <a:off x="2422058" y="202104"/>
        <a:ext cx="643588" cy="310159"/>
      </dsp:txXfrm>
    </dsp:sp>
    <dsp:sp modelId="{A02AEAE2-CBB3-4479-98C9-AB170F047DDB}">
      <dsp:nvSpPr>
        <dsp:cNvPr id="0" name=""/>
        <dsp:cNvSpPr/>
      </dsp:nvSpPr>
      <dsp:spPr>
        <a:xfrm>
          <a:off x="2796356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AFE62-D7E0-4369-91BD-75974001A32D}">
      <dsp:nvSpPr>
        <dsp:cNvPr id="0" name=""/>
        <dsp:cNvSpPr/>
      </dsp:nvSpPr>
      <dsp:spPr>
        <a:xfrm rot="17700000">
          <a:off x="2478080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COBOL</a:t>
          </a:r>
        </a:p>
      </dsp:txBody>
      <dsp:txXfrm>
        <a:off x="2478080" y="1122682"/>
        <a:ext cx="556734" cy="268436"/>
      </dsp:txXfrm>
    </dsp:sp>
    <dsp:sp modelId="{500A6424-5693-4380-9F65-A79D401F9766}">
      <dsp:nvSpPr>
        <dsp:cNvPr id="0" name=""/>
        <dsp:cNvSpPr/>
      </dsp:nvSpPr>
      <dsp:spPr>
        <a:xfrm rot="17700000">
          <a:off x="2826629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76EE54-D3E8-4F43-B36C-750F244E1A2E}">
      <dsp:nvSpPr>
        <dsp:cNvPr id="0" name=""/>
        <dsp:cNvSpPr/>
      </dsp:nvSpPr>
      <dsp:spPr>
        <a:xfrm>
          <a:off x="3104084" y="624154"/>
          <a:ext cx="517723" cy="5177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C0A1E-192B-43BD-9886-7C0E7937ED8E}">
      <dsp:nvSpPr>
        <dsp:cNvPr id="0" name=""/>
        <dsp:cNvSpPr/>
      </dsp:nvSpPr>
      <dsp:spPr>
        <a:xfrm rot="17700000">
          <a:off x="3286506" y="202104"/>
          <a:ext cx="643588" cy="31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1964</a:t>
          </a:r>
        </a:p>
      </dsp:txBody>
      <dsp:txXfrm>
        <a:off x="3286506" y="202104"/>
        <a:ext cx="643588" cy="310159"/>
      </dsp:txXfrm>
    </dsp:sp>
    <dsp:sp modelId="{1F5DFE75-47B1-432A-A27E-1887A4AE7C4B}">
      <dsp:nvSpPr>
        <dsp:cNvPr id="0" name=""/>
        <dsp:cNvSpPr/>
      </dsp:nvSpPr>
      <dsp:spPr>
        <a:xfrm>
          <a:off x="3660804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09CB1-6E78-4507-8C68-17814B6EE12F}">
      <dsp:nvSpPr>
        <dsp:cNvPr id="0" name=""/>
        <dsp:cNvSpPr/>
      </dsp:nvSpPr>
      <dsp:spPr>
        <a:xfrm rot="17700000">
          <a:off x="3342529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BASIC</a:t>
          </a:r>
        </a:p>
      </dsp:txBody>
      <dsp:txXfrm>
        <a:off x="3342529" y="1122682"/>
        <a:ext cx="556734" cy="268436"/>
      </dsp:txXfrm>
    </dsp:sp>
    <dsp:sp modelId="{1CD726FA-8DF2-4A4D-92D7-B4B01C10F20E}">
      <dsp:nvSpPr>
        <dsp:cNvPr id="0" name=""/>
        <dsp:cNvSpPr/>
      </dsp:nvSpPr>
      <dsp:spPr>
        <a:xfrm rot="17700000">
          <a:off x="3691077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D01A35-A03B-44F1-8D11-52EE1671CFDE}">
      <dsp:nvSpPr>
        <dsp:cNvPr id="0" name=""/>
        <dsp:cNvSpPr/>
      </dsp:nvSpPr>
      <dsp:spPr>
        <a:xfrm>
          <a:off x="3968533" y="624154"/>
          <a:ext cx="517723" cy="5177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5DFD0-2C4D-4851-ADCD-D39B6246E00E}">
      <dsp:nvSpPr>
        <dsp:cNvPr id="0" name=""/>
        <dsp:cNvSpPr/>
      </dsp:nvSpPr>
      <dsp:spPr>
        <a:xfrm rot="17700000">
          <a:off x="4150955" y="202104"/>
          <a:ext cx="643588" cy="31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1970</a:t>
          </a:r>
        </a:p>
      </dsp:txBody>
      <dsp:txXfrm>
        <a:off x="4150955" y="202104"/>
        <a:ext cx="643588" cy="310159"/>
      </dsp:txXfrm>
    </dsp:sp>
    <dsp:sp modelId="{493A9E4D-291D-4418-A106-94EF3C456E3D}">
      <dsp:nvSpPr>
        <dsp:cNvPr id="0" name=""/>
        <dsp:cNvSpPr/>
      </dsp:nvSpPr>
      <dsp:spPr>
        <a:xfrm>
          <a:off x="4525253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B971D-8622-4605-96D0-BF00294F2491}">
      <dsp:nvSpPr>
        <dsp:cNvPr id="0" name=""/>
        <dsp:cNvSpPr/>
      </dsp:nvSpPr>
      <dsp:spPr>
        <a:xfrm rot="17700000">
          <a:off x="4206977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Pascal</a:t>
          </a:r>
        </a:p>
      </dsp:txBody>
      <dsp:txXfrm>
        <a:off x="4206977" y="1122682"/>
        <a:ext cx="556734" cy="268436"/>
      </dsp:txXfrm>
    </dsp:sp>
    <dsp:sp modelId="{01D74C92-F921-4B45-816E-5092F604F4F5}">
      <dsp:nvSpPr>
        <dsp:cNvPr id="0" name=""/>
        <dsp:cNvSpPr/>
      </dsp:nvSpPr>
      <dsp:spPr>
        <a:xfrm rot="17700000">
          <a:off x="4555526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589FE5-3611-4369-AEC9-92C68420E208}">
      <dsp:nvSpPr>
        <dsp:cNvPr id="0" name=""/>
        <dsp:cNvSpPr/>
      </dsp:nvSpPr>
      <dsp:spPr>
        <a:xfrm>
          <a:off x="4832981" y="624154"/>
          <a:ext cx="517723" cy="5177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4FFE4-6FC0-43FF-A86B-74ECBF667218}">
      <dsp:nvSpPr>
        <dsp:cNvPr id="0" name=""/>
        <dsp:cNvSpPr/>
      </dsp:nvSpPr>
      <dsp:spPr>
        <a:xfrm rot="17700000">
          <a:off x="5015404" y="202104"/>
          <a:ext cx="643588" cy="31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1972</a:t>
          </a:r>
        </a:p>
      </dsp:txBody>
      <dsp:txXfrm>
        <a:off x="5015404" y="202104"/>
        <a:ext cx="643588" cy="310159"/>
      </dsp:txXfrm>
    </dsp:sp>
    <dsp:sp modelId="{D5E3C315-551C-42FC-A988-4E393415BE21}">
      <dsp:nvSpPr>
        <dsp:cNvPr id="0" name=""/>
        <dsp:cNvSpPr/>
      </dsp:nvSpPr>
      <dsp:spPr>
        <a:xfrm>
          <a:off x="5389702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74C25-C16D-46CD-8425-337B6C098827}">
      <dsp:nvSpPr>
        <dsp:cNvPr id="0" name=""/>
        <dsp:cNvSpPr/>
      </dsp:nvSpPr>
      <dsp:spPr>
        <a:xfrm rot="17700000">
          <a:off x="5071426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</a:t>
          </a:r>
        </a:p>
      </dsp:txBody>
      <dsp:txXfrm>
        <a:off x="5071426" y="1122682"/>
        <a:ext cx="556734" cy="268436"/>
      </dsp:txXfrm>
    </dsp:sp>
    <dsp:sp modelId="{806703D0-E98C-44B9-8552-5AECBACDD2E1}">
      <dsp:nvSpPr>
        <dsp:cNvPr id="0" name=""/>
        <dsp:cNvSpPr/>
      </dsp:nvSpPr>
      <dsp:spPr>
        <a:xfrm rot="17700000">
          <a:off x="5419975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E8DA69-DC98-4F87-974F-25569558B326}">
      <dsp:nvSpPr>
        <dsp:cNvPr id="0" name=""/>
        <dsp:cNvSpPr/>
      </dsp:nvSpPr>
      <dsp:spPr>
        <a:xfrm>
          <a:off x="5697389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5362-6B34-4EE7-B366-4798425462A9}">
      <dsp:nvSpPr>
        <dsp:cNvPr id="0" name=""/>
        <dsp:cNvSpPr/>
      </dsp:nvSpPr>
      <dsp:spPr>
        <a:xfrm rot="17700000">
          <a:off x="5379113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Prolog</a:t>
          </a:r>
        </a:p>
      </dsp:txBody>
      <dsp:txXfrm>
        <a:off x="5379113" y="1122682"/>
        <a:ext cx="556734" cy="268436"/>
      </dsp:txXfrm>
    </dsp:sp>
    <dsp:sp modelId="{C6768942-7EA0-4373-9A41-AB6A0644B4DE}">
      <dsp:nvSpPr>
        <dsp:cNvPr id="0" name=""/>
        <dsp:cNvSpPr/>
      </dsp:nvSpPr>
      <dsp:spPr>
        <a:xfrm rot="17700000">
          <a:off x="5727662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84AE01-DB3F-4ABB-BF44-8161CA2AC59F}">
      <dsp:nvSpPr>
        <dsp:cNvPr id="0" name=""/>
        <dsp:cNvSpPr/>
      </dsp:nvSpPr>
      <dsp:spPr>
        <a:xfrm>
          <a:off x="6005076" y="748650"/>
          <a:ext cx="268731" cy="268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8D1EDB-07A0-4013-8585-264FBEF01471}">
      <dsp:nvSpPr>
        <dsp:cNvPr id="0" name=""/>
        <dsp:cNvSpPr/>
      </dsp:nvSpPr>
      <dsp:spPr>
        <a:xfrm rot="17700000">
          <a:off x="5686800" y="1122682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020" bIns="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SQL</a:t>
          </a:r>
        </a:p>
      </dsp:txBody>
      <dsp:txXfrm>
        <a:off x="5686800" y="1122682"/>
        <a:ext cx="556734" cy="268436"/>
      </dsp:txXfrm>
    </dsp:sp>
    <dsp:sp modelId="{0B33F870-442A-4CCC-B3EC-0315D5093D63}">
      <dsp:nvSpPr>
        <dsp:cNvPr id="0" name=""/>
        <dsp:cNvSpPr/>
      </dsp:nvSpPr>
      <dsp:spPr>
        <a:xfrm rot="17700000">
          <a:off x="6035348" y="374914"/>
          <a:ext cx="556734" cy="268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360F3-5253-45D5-9B0B-896FE86377B2}">
      <dsp:nvSpPr>
        <dsp:cNvPr id="0" name=""/>
        <dsp:cNvSpPr/>
      </dsp:nvSpPr>
      <dsp:spPr>
        <a:xfrm>
          <a:off x="732152" y="604020"/>
          <a:ext cx="501023" cy="5010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12ED6-D22F-4150-80C9-308E11607411}">
      <dsp:nvSpPr>
        <dsp:cNvPr id="0" name=""/>
        <dsp:cNvSpPr/>
      </dsp:nvSpPr>
      <dsp:spPr>
        <a:xfrm rot="17700000">
          <a:off x="908690" y="195584"/>
          <a:ext cx="622827" cy="30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1980</a:t>
          </a:r>
        </a:p>
      </dsp:txBody>
      <dsp:txXfrm>
        <a:off x="908690" y="195584"/>
        <a:ext cx="622827" cy="300154"/>
      </dsp:txXfrm>
    </dsp:sp>
    <dsp:sp modelId="{82F7E101-D170-4CBD-84F2-68A11BBF916F}">
      <dsp:nvSpPr>
        <dsp:cNvPr id="0" name=""/>
        <dsp:cNvSpPr/>
      </dsp:nvSpPr>
      <dsp:spPr>
        <a:xfrm>
          <a:off x="1270914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D0DBE-ABD1-4AD6-994C-FD11A85EF2B3}">
      <dsp:nvSpPr>
        <dsp:cNvPr id="0" name=""/>
        <dsp:cNvSpPr/>
      </dsp:nvSpPr>
      <dsp:spPr>
        <a:xfrm rot="17700000">
          <a:off x="962905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860" bIns="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Ada</a:t>
          </a:r>
        </a:p>
      </dsp:txBody>
      <dsp:txXfrm>
        <a:off x="962905" y="1086467"/>
        <a:ext cx="538774" cy="259777"/>
      </dsp:txXfrm>
    </dsp:sp>
    <dsp:sp modelId="{649F1119-C8E8-4E70-8A9D-740871172CA9}">
      <dsp:nvSpPr>
        <dsp:cNvPr id="0" name=""/>
        <dsp:cNvSpPr/>
      </dsp:nvSpPr>
      <dsp:spPr>
        <a:xfrm rot="17700000">
          <a:off x="1300211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9F266D-461E-4790-A445-769D649421FB}">
      <dsp:nvSpPr>
        <dsp:cNvPr id="0" name=""/>
        <dsp:cNvSpPr/>
      </dsp:nvSpPr>
      <dsp:spPr>
        <a:xfrm>
          <a:off x="1568716" y="604020"/>
          <a:ext cx="501023" cy="5010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FB919-7FB5-46DD-8686-9F90FE8945A1}">
      <dsp:nvSpPr>
        <dsp:cNvPr id="0" name=""/>
        <dsp:cNvSpPr/>
      </dsp:nvSpPr>
      <dsp:spPr>
        <a:xfrm rot="17700000">
          <a:off x="1745254" y="195584"/>
          <a:ext cx="622827" cy="30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1983</a:t>
          </a:r>
        </a:p>
      </dsp:txBody>
      <dsp:txXfrm>
        <a:off x="1745254" y="195584"/>
        <a:ext cx="622827" cy="300154"/>
      </dsp:txXfrm>
    </dsp:sp>
    <dsp:sp modelId="{D825B5FC-64F4-406A-B942-73570DC77975}">
      <dsp:nvSpPr>
        <dsp:cNvPr id="0" name=""/>
        <dsp:cNvSpPr/>
      </dsp:nvSpPr>
      <dsp:spPr>
        <a:xfrm>
          <a:off x="2107478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C3B5F-B7B0-45DE-B754-E964C5FA4101}">
      <dsp:nvSpPr>
        <dsp:cNvPr id="0" name=""/>
        <dsp:cNvSpPr/>
      </dsp:nvSpPr>
      <dsp:spPr>
        <a:xfrm rot="17700000">
          <a:off x="1799469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860" bIns="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C++</a:t>
          </a:r>
        </a:p>
      </dsp:txBody>
      <dsp:txXfrm>
        <a:off x="1799469" y="1086467"/>
        <a:ext cx="538774" cy="259777"/>
      </dsp:txXfrm>
    </dsp:sp>
    <dsp:sp modelId="{C12D469C-3BDC-49F6-98ED-B6F79122D460}">
      <dsp:nvSpPr>
        <dsp:cNvPr id="0" name=""/>
        <dsp:cNvSpPr/>
      </dsp:nvSpPr>
      <dsp:spPr>
        <a:xfrm rot="17700000">
          <a:off x="2136774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3889BD-683F-4AA7-AB3C-330D7A14CBE1}">
      <dsp:nvSpPr>
        <dsp:cNvPr id="0" name=""/>
        <dsp:cNvSpPr/>
      </dsp:nvSpPr>
      <dsp:spPr>
        <a:xfrm>
          <a:off x="2405279" y="604020"/>
          <a:ext cx="501023" cy="5010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42995-B991-4708-8057-E1B50E15F325}">
      <dsp:nvSpPr>
        <dsp:cNvPr id="0" name=""/>
        <dsp:cNvSpPr/>
      </dsp:nvSpPr>
      <dsp:spPr>
        <a:xfrm rot="17700000">
          <a:off x="2581817" y="195584"/>
          <a:ext cx="622827" cy="30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1991</a:t>
          </a:r>
        </a:p>
      </dsp:txBody>
      <dsp:txXfrm>
        <a:off x="2581817" y="195584"/>
        <a:ext cx="622827" cy="300154"/>
      </dsp:txXfrm>
    </dsp:sp>
    <dsp:sp modelId="{4811E822-0A57-4367-BC43-FB6FA29F694A}">
      <dsp:nvSpPr>
        <dsp:cNvPr id="0" name=""/>
        <dsp:cNvSpPr/>
      </dsp:nvSpPr>
      <dsp:spPr>
        <a:xfrm>
          <a:off x="2944041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73F0A-59D4-43CB-97D2-F5813604A0EE}">
      <dsp:nvSpPr>
        <dsp:cNvPr id="0" name=""/>
        <dsp:cNvSpPr/>
      </dsp:nvSpPr>
      <dsp:spPr>
        <a:xfrm rot="17700000">
          <a:off x="2636032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C00000"/>
              </a:solidFill>
            </a:rPr>
            <a:t>Python</a:t>
          </a:r>
        </a:p>
      </dsp:txBody>
      <dsp:txXfrm>
        <a:off x="2636032" y="1086467"/>
        <a:ext cx="538774" cy="259777"/>
      </dsp:txXfrm>
    </dsp:sp>
    <dsp:sp modelId="{B9E8DF09-CA4E-4F46-843D-1D0C39C898E5}">
      <dsp:nvSpPr>
        <dsp:cNvPr id="0" name=""/>
        <dsp:cNvSpPr/>
      </dsp:nvSpPr>
      <dsp:spPr>
        <a:xfrm rot="17700000">
          <a:off x="2973337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D031-2C31-468A-A820-142256474749}">
      <dsp:nvSpPr>
        <dsp:cNvPr id="0" name=""/>
        <dsp:cNvSpPr/>
      </dsp:nvSpPr>
      <dsp:spPr>
        <a:xfrm>
          <a:off x="3241842" y="604020"/>
          <a:ext cx="501023" cy="5010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014A6-34F0-45A5-BF57-269E30712B4D}">
      <dsp:nvSpPr>
        <dsp:cNvPr id="0" name=""/>
        <dsp:cNvSpPr/>
      </dsp:nvSpPr>
      <dsp:spPr>
        <a:xfrm rot="17700000">
          <a:off x="3418380" y="195584"/>
          <a:ext cx="622827" cy="30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1993</a:t>
          </a:r>
        </a:p>
      </dsp:txBody>
      <dsp:txXfrm>
        <a:off x="3418380" y="195584"/>
        <a:ext cx="622827" cy="300154"/>
      </dsp:txXfrm>
    </dsp:sp>
    <dsp:sp modelId="{25C40FA7-DDF4-47EB-B998-D6F01B8444DC}">
      <dsp:nvSpPr>
        <dsp:cNvPr id="0" name=""/>
        <dsp:cNvSpPr/>
      </dsp:nvSpPr>
      <dsp:spPr>
        <a:xfrm>
          <a:off x="3780604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81B00-89D0-4C17-8AD8-F5009375BDFD}">
      <dsp:nvSpPr>
        <dsp:cNvPr id="0" name=""/>
        <dsp:cNvSpPr/>
      </dsp:nvSpPr>
      <dsp:spPr>
        <a:xfrm rot="17700000">
          <a:off x="3472596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860" bIns="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</a:t>
          </a:r>
        </a:p>
      </dsp:txBody>
      <dsp:txXfrm>
        <a:off x="3472596" y="1086467"/>
        <a:ext cx="538774" cy="259777"/>
      </dsp:txXfrm>
    </dsp:sp>
    <dsp:sp modelId="{1694A229-C9D1-4A73-A056-09A34E731D46}">
      <dsp:nvSpPr>
        <dsp:cNvPr id="0" name=""/>
        <dsp:cNvSpPr/>
      </dsp:nvSpPr>
      <dsp:spPr>
        <a:xfrm rot="17700000">
          <a:off x="3809901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13269-201C-40F8-BC59-3FBAC3ECF863}">
      <dsp:nvSpPr>
        <dsp:cNvPr id="0" name=""/>
        <dsp:cNvSpPr/>
      </dsp:nvSpPr>
      <dsp:spPr>
        <a:xfrm>
          <a:off x="4078406" y="604020"/>
          <a:ext cx="501023" cy="501023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782B7-AE91-452D-8A0F-AAB187895E1D}">
      <dsp:nvSpPr>
        <dsp:cNvPr id="0" name=""/>
        <dsp:cNvSpPr/>
      </dsp:nvSpPr>
      <dsp:spPr>
        <a:xfrm rot="17700000">
          <a:off x="4254944" y="195584"/>
          <a:ext cx="622827" cy="30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1995</a:t>
          </a:r>
        </a:p>
      </dsp:txBody>
      <dsp:txXfrm>
        <a:off x="4254944" y="195584"/>
        <a:ext cx="622827" cy="300154"/>
      </dsp:txXfrm>
    </dsp:sp>
    <dsp:sp modelId="{EAD1D7B6-F711-456A-911E-39377120C640}">
      <dsp:nvSpPr>
        <dsp:cNvPr id="0" name=""/>
        <dsp:cNvSpPr/>
      </dsp:nvSpPr>
      <dsp:spPr>
        <a:xfrm>
          <a:off x="4617168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ABF3B-FB12-4EDA-861E-9C925C5FA401}">
      <dsp:nvSpPr>
        <dsp:cNvPr id="0" name=""/>
        <dsp:cNvSpPr/>
      </dsp:nvSpPr>
      <dsp:spPr>
        <a:xfrm rot="17700000">
          <a:off x="4309159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0640" bIns="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C00000"/>
              </a:solidFill>
            </a:rPr>
            <a:t>Java</a:t>
          </a:r>
        </a:p>
      </dsp:txBody>
      <dsp:txXfrm>
        <a:off x="4309159" y="1086467"/>
        <a:ext cx="538774" cy="259777"/>
      </dsp:txXfrm>
    </dsp:sp>
    <dsp:sp modelId="{6846FC60-A34C-4B9D-82EC-150B87DD170D}">
      <dsp:nvSpPr>
        <dsp:cNvPr id="0" name=""/>
        <dsp:cNvSpPr/>
      </dsp:nvSpPr>
      <dsp:spPr>
        <a:xfrm rot="17700000">
          <a:off x="4646464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0BFEA5-A2BB-4304-9411-438C3D852B96}">
      <dsp:nvSpPr>
        <dsp:cNvPr id="0" name=""/>
        <dsp:cNvSpPr/>
      </dsp:nvSpPr>
      <dsp:spPr>
        <a:xfrm>
          <a:off x="4914929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29AB9-ECEB-4ED4-8BF0-E9764ADA1673}">
      <dsp:nvSpPr>
        <dsp:cNvPr id="0" name=""/>
        <dsp:cNvSpPr/>
      </dsp:nvSpPr>
      <dsp:spPr>
        <a:xfrm rot="17700000">
          <a:off x="4606921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860" bIns="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PHP</a:t>
          </a:r>
        </a:p>
      </dsp:txBody>
      <dsp:txXfrm>
        <a:off x="4606921" y="1086467"/>
        <a:ext cx="538774" cy="259777"/>
      </dsp:txXfrm>
    </dsp:sp>
    <dsp:sp modelId="{E2B3BDA2-E316-47F0-A191-AF4B1AC08FDC}">
      <dsp:nvSpPr>
        <dsp:cNvPr id="0" name=""/>
        <dsp:cNvSpPr/>
      </dsp:nvSpPr>
      <dsp:spPr>
        <a:xfrm rot="17700000">
          <a:off x="4944226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9B0E77-9818-48C8-8CC4-42B54BBAE25B}">
      <dsp:nvSpPr>
        <dsp:cNvPr id="0" name=""/>
        <dsp:cNvSpPr/>
      </dsp:nvSpPr>
      <dsp:spPr>
        <a:xfrm>
          <a:off x="5212691" y="724501"/>
          <a:ext cx="260062" cy="260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AC478-2512-48C2-906F-5F6215AAFF10}">
      <dsp:nvSpPr>
        <dsp:cNvPr id="0" name=""/>
        <dsp:cNvSpPr/>
      </dsp:nvSpPr>
      <dsp:spPr>
        <a:xfrm rot="17700000">
          <a:off x="4904682" y="1086467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860" bIns="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JavaScript</a:t>
          </a:r>
        </a:p>
      </dsp:txBody>
      <dsp:txXfrm>
        <a:off x="4904682" y="1086467"/>
        <a:ext cx="538774" cy="259777"/>
      </dsp:txXfrm>
    </dsp:sp>
    <dsp:sp modelId="{96B698E5-D305-4607-AF34-83E7F5513476}">
      <dsp:nvSpPr>
        <dsp:cNvPr id="0" name=""/>
        <dsp:cNvSpPr/>
      </dsp:nvSpPr>
      <dsp:spPr>
        <a:xfrm rot="17700000">
          <a:off x="5241987" y="362820"/>
          <a:ext cx="538774" cy="25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2024-09-05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3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06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21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14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7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03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63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68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26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55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58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40951-A9E5-4584-9876-526002D576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04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40951-A9E5-4584-9876-526002D576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31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1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113635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en-US" sz="3600" b="1" i="1" kern="1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johnnyc\AppData\Local\Microsoft\Windows\INetCache\Content.Word\vtc.jpg">
            <a:extLst>
              <a:ext uri="{FF2B5EF4-FFF2-40B4-BE49-F238E27FC236}">
                <a16:creationId xmlns:a16="http://schemas.microsoft.com/office/drawing/2014/main" id="{39BB3CF6-6063-4B98-966B-D61F1A1EBF6E}"/>
              </a:ext>
            </a:extLst>
          </p:cNvPr>
          <p:cNvPicPr/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2742" y1="55182" x2="24516" y2="73109"/>
                        <a14:foregroundMark x1="46935" y1="52661" x2="60645" y2="52661"/>
                        <a14:foregroundMark x1="53710" y1="53221" x2="51452" y2="82913"/>
                        <a14:foregroundMark x1="24355" y1="61905" x2="26613" y2="78151"/>
                        <a14:foregroundMark x1="67742" y1="57703" x2="80806" y2="50140"/>
                        <a14:foregroundMark x1="67258" y1="62185" x2="68226" y2="82633"/>
                        <a14:foregroundMark x1="71290" y1="82353" x2="78548" y2="83193"/>
                        <a14:foregroundMark x1="43871" y1="25490" x2="46935" y2="13725"/>
                        <a14:foregroundMark x1="37258" y1="49020" x2="42258" y2="31092"/>
                        <a14:foregroundMark x1="37903" y1="56863" x2="42581" y2="44818"/>
                        <a14:foregroundMark x1="34516" y1="54622" x2="37258" y2="32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5" y="-1"/>
            <a:ext cx="2290575" cy="12137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 userDrawn="1"/>
        </p:nvSpPr>
        <p:spPr>
          <a:xfrm>
            <a:off x="1517900" y="1282638"/>
            <a:ext cx="7626100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623009" y="1282637"/>
            <a:ext cx="707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ITP4514 </a:t>
            </a:r>
          </a:p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48965" y="3487979"/>
            <a:ext cx="824607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E701FF"/>
                </a:solidFill>
                <a:effectLst/>
              </a:defRPr>
            </a:lvl1pPr>
          </a:lstStyle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2021-22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91995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413609" cy="72534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89199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1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1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99" y="4767263"/>
            <a:ext cx="15188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9540" y="47672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0690" y="4767263"/>
            <a:ext cx="13661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ITP4514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– Artificial Intelligence and Machine Learning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-ZS_zFg4w5k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Xx-PpEBR7k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 – AI: An Overview</a:t>
            </a:r>
            <a:br>
              <a:rPr lang="en-US" dirty="0"/>
            </a:br>
            <a:r>
              <a:rPr lang="en-US" dirty="0"/>
              <a:t> &amp; Python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2024-25</a:t>
            </a:r>
          </a:p>
        </p:txBody>
      </p:sp>
    </p:spTree>
    <p:extLst>
      <p:ext uri="{BB962C8B-B14F-4D97-AF65-F5344CB8AC3E}">
        <p14:creationId xmlns:p14="http://schemas.microsoft.com/office/powerpoint/2010/main" val="28192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044700"/>
            <a:ext cx="8246070" cy="890152"/>
          </a:xfrm>
        </p:spPr>
        <p:txBody>
          <a:bodyPr>
            <a:noAutofit/>
          </a:bodyPr>
          <a:lstStyle/>
          <a:p>
            <a:r>
              <a:rPr lang="en-US" sz="2600" dirty="0">
                <a:latin typeface="+mn-lt"/>
              </a:rPr>
              <a:t>On completion of the module, students are expected to be able to: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980000"/>
            <a:ext cx="8246070" cy="2901393"/>
          </a:xfrm>
        </p:spPr>
        <p:txBody>
          <a:bodyPr/>
          <a:lstStyle/>
          <a:p>
            <a:pPr marL="361950" indent="-361950">
              <a:buFont typeface="+mj-lt"/>
              <a:buAutoNum type="arabicPeriod"/>
            </a:pPr>
            <a:r>
              <a:rPr lang="en-US" sz="2400" dirty="0"/>
              <a:t>Explain the basic principles of artificial intelligence technologies;</a:t>
            </a:r>
          </a:p>
          <a:p>
            <a:pPr marL="361950" indent="-361950">
              <a:buFont typeface="+mj-lt"/>
              <a:buAutoNum type="arabicPeriod"/>
            </a:pPr>
            <a:r>
              <a:rPr lang="en-US" sz="2400" dirty="0"/>
              <a:t>Evaluate and select appropriate machine learning technologies; </a:t>
            </a:r>
            <a:r>
              <a:rPr lang="en-US" sz="2400" i="1" dirty="0"/>
              <a:t>and</a:t>
            </a:r>
          </a:p>
          <a:p>
            <a:pPr marL="361950" indent="-361950">
              <a:buFont typeface="+mj-lt"/>
              <a:buAutoNum type="arabicPeriod"/>
            </a:pPr>
            <a:r>
              <a:rPr lang="en-US" sz="2400" dirty="0"/>
              <a:t>Design and prototype AI/machine learning applications to solve real-life problems.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1365195" y="128470"/>
            <a:ext cx="7321606" cy="725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Module Intended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Module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45920"/>
            <a:ext cx="4123034" cy="2901394"/>
          </a:xfrm>
        </p:spPr>
        <p:txBody>
          <a:bodyPr>
            <a:normAutofit lnSpcReduction="10000"/>
          </a:bodyPr>
          <a:lstStyle/>
          <a:p>
            <a:pPr marL="461963" indent="-461963">
              <a:buFont typeface="+mj-lt"/>
              <a:buAutoNum type="arabicPeriod"/>
            </a:pPr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AI: An Overview</a:t>
            </a:r>
            <a:b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Python Basics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Data Analysis with Python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AI Search Techniques 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Logic Programming &amp; CSP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Probabilistic Reasoning</a:t>
            </a:r>
          </a:p>
          <a:p>
            <a:pPr marL="461963" indent="-461963">
              <a:buFont typeface="+mj-lt"/>
              <a:buAutoNum type="arabicPeriod"/>
            </a:pPr>
            <a:r>
              <a:rPr lang="en-US" sz="2400" dirty="0"/>
              <a:t>ML – Classification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9674-1263-42EB-84ED-70EA5A6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195EE-2F38-49EB-B0F2-39DC4426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EEC0-5178-49B9-93B1-B2219E8C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605E69-FD9B-44FF-A13A-727B6B66B622}"/>
              </a:ext>
            </a:extLst>
          </p:cNvPr>
          <p:cNvSpPr txBox="1">
            <a:spLocks/>
          </p:cNvSpPr>
          <p:nvPr/>
        </p:nvSpPr>
        <p:spPr>
          <a:xfrm>
            <a:off x="4571999" y="1645920"/>
            <a:ext cx="4275739" cy="2901394"/>
          </a:xfrm>
          <a:prstGeom prst="rect">
            <a:avLst/>
          </a:prstGeom>
        </p:spPr>
        <p:txBody>
          <a:bodyPr vert="horz" lIns="91440" tIns="45720" rIns="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ML – Regression &amp; Clustering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Computer Vision &amp; AI Cloud Services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Natural Language Processing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Recommender Systems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DL – Basic ANN</a:t>
            </a:r>
          </a:p>
          <a:p>
            <a:pPr marL="517525" indent="-517525">
              <a:buFont typeface="+mj-lt"/>
              <a:buAutoNum type="arabicPeriod" startAt="7"/>
            </a:pPr>
            <a:r>
              <a:rPr lang="en-US" sz="2400" dirty="0"/>
              <a:t>DL – CNN &amp; RNN</a:t>
            </a:r>
          </a:p>
        </p:txBody>
      </p:sp>
    </p:spTree>
    <p:extLst>
      <p:ext uri="{BB962C8B-B14F-4D97-AF65-F5344CB8AC3E}">
        <p14:creationId xmlns:p14="http://schemas.microsoft.com/office/powerpoint/2010/main" val="175827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Lesson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1963" indent="-461963">
              <a:buFont typeface="+mj-lt"/>
              <a:buAutoNum type="arabicPeriod"/>
            </a:pPr>
            <a:r>
              <a:rPr lang="en-US" dirty="0"/>
              <a:t>Artificial Intelligence: An Overview</a:t>
            </a:r>
          </a:p>
          <a:p>
            <a:pPr marL="461963" indent="-461963">
              <a:buFont typeface="+mj-lt"/>
              <a:buAutoNum type="arabicPeriod"/>
            </a:pPr>
            <a:r>
              <a:rPr lang="en-US" dirty="0"/>
              <a:t>Python Basics</a:t>
            </a:r>
          </a:p>
          <a:p>
            <a:pPr marL="461963" indent="-461963">
              <a:buFont typeface="+mj-lt"/>
              <a:buAutoNum type="arabicPeriod"/>
            </a:pPr>
            <a:r>
              <a:rPr lang="en-US" dirty="0" err="1"/>
              <a:t>Colaboratory</a:t>
            </a:r>
            <a:endParaRPr lang="en-US" dirty="0"/>
          </a:p>
          <a:p>
            <a:pPr marL="461963" indent="-461963">
              <a:buFont typeface="+mj-lt"/>
              <a:buAutoNum type="arabicPeriod"/>
            </a:pPr>
            <a:r>
              <a:rPr lang="en-US" dirty="0"/>
              <a:t>Python Language Basics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9674-1263-42EB-84ED-70EA5A6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195EE-2F38-49EB-B0F2-39DC4426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EEC0-5178-49B9-93B1-B2219E8C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3D2FB3-B22E-4D74-B537-2C330579D3E0}"/>
              </a:ext>
            </a:extLst>
          </p:cNvPr>
          <p:cNvSpPr txBox="1">
            <a:spLocks/>
          </p:cNvSpPr>
          <p:nvPr/>
        </p:nvSpPr>
        <p:spPr>
          <a:xfrm>
            <a:off x="457200" y="119314"/>
            <a:ext cx="8543245" cy="7726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 defTabSz="1219170"/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L1 – AI: An Overview  &amp; Python Basics</a:t>
            </a:r>
          </a:p>
        </p:txBody>
      </p:sp>
    </p:spTree>
    <p:extLst>
      <p:ext uri="{BB962C8B-B14F-4D97-AF65-F5344CB8AC3E}">
        <p14:creationId xmlns:p14="http://schemas.microsoft.com/office/powerpoint/2010/main" val="144427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cs typeface="Times New Roman" panose="02020603050405020304" pitchFamily="18" charset="0"/>
              </a:rPr>
              <a:t>1. Artificial Intelligence: 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</a:p>
          <a:p>
            <a:r>
              <a:rPr lang="en-US" dirty="0"/>
              <a:t>History of Artificial Intelligence</a:t>
            </a:r>
          </a:p>
          <a:p>
            <a:r>
              <a:rPr lang="en-US" dirty="0"/>
              <a:t>AL vs Traditional Computing</a:t>
            </a:r>
          </a:p>
          <a:p>
            <a:r>
              <a:rPr lang="en-US" dirty="0"/>
              <a:t>Common Domains of AI</a:t>
            </a:r>
          </a:p>
          <a:p>
            <a:r>
              <a:rPr lang="en-US" altLang="zh-TW" dirty="0"/>
              <a:t>Applications of Artificial Intelligence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5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72276" y="151027"/>
            <a:ext cx="6413609" cy="725349"/>
          </a:xfrm>
        </p:spPr>
        <p:txBody>
          <a:bodyPr>
            <a:normAutofit/>
          </a:bodyPr>
          <a:lstStyle/>
          <a:p>
            <a:r>
              <a:rPr lang="en-US" altLang="zh-TW" dirty="0"/>
              <a:t>What is Artificial Intelligence?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r>
              <a:rPr lang="en-US" sz="2400" dirty="0"/>
              <a:t>The term </a:t>
            </a:r>
            <a:r>
              <a:rPr lang="en-US" sz="2400" i="1" dirty="0">
                <a:solidFill>
                  <a:srgbClr val="FF0000"/>
                </a:solidFill>
              </a:rPr>
              <a:t>Artificial Intelligence</a:t>
            </a:r>
            <a:r>
              <a:rPr lang="en-US" sz="2400" dirty="0"/>
              <a:t> was first coined decades ago in the year 1956 by </a:t>
            </a:r>
            <a:r>
              <a:rPr lang="en-US" sz="2400" i="1" dirty="0"/>
              <a:t>John McCarthy, Father of AI</a:t>
            </a:r>
            <a:r>
              <a:rPr lang="en-US" sz="2400" dirty="0"/>
              <a:t>.</a:t>
            </a:r>
          </a:p>
          <a:p>
            <a:r>
              <a:rPr lang="en-US" sz="2400" dirty="0"/>
              <a:t>He defined AI as:</a:t>
            </a:r>
          </a:p>
          <a:p>
            <a:pPr marL="36195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“The science and engineering of making intelligent machines.”</a:t>
            </a:r>
          </a:p>
          <a:p>
            <a:r>
              <a:rPr lang="en-US" sz="2400" dirty="0"/>
              <a:t>In other words, Artificial Intelligence is </a:t>
            </a:r>
            <a:r>
              <a:rPr lang="en-US" sz="2400" i="1" dirty="0">
                <a:solidFill>
                  <a:srgbClr val="FF0000"/>
                </a:solidFill>
              </a:rPr>
              <a:t>the science of getting machines to think and make decisions like humans</a:t>
            </a:r>
            <a:r>
              <a:rPr lang="en-US" sz="24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71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72276" y="151027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History of Artificial Intelligence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102380C8-7631-4188-88FA-94853988F281}"/>
              </a:ext>
            </a:extLst>
          </p:cNvPr>
          <p:cNvSpPr/>
          <p:nvPr/>
        </p:nvSpPr>
        <p:spPr>
          <a:xfrm>
            <a:off x="296260" y="2724455"/>
            <a:ext cx="2129635" cy="458115"/>
          </a:xfrm>
          <a:prstGeom prst="round2DiagRect">
            <a:avLst>
              <a:gd name="adj1" fmla="val 30415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An AI Timeline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A33C3E-7F74-4C5C-9198-9919002B0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835" y="1063025"/>
            <a:ext cx="5767463" cy="399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10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72276" y="151027"/>
            <a:ext cx="6575464" cy="72534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History of Artificial Intelligence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Highlights of important events:</a:t>
            </a:r>
          </a:p>
          <a:p>
            <a:pPr marL="0" indent="0">
              <a:buNone/>
            </a:pPr>
            <a:r>
              <a:rPr lang="en-US" sz="2000" dirty="0"/>
              <a:t>1943: Artificial Neurons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1950: Turing Machine (Alan Turing)</a:t>
            </a:r>
          </a:p>
          <a:p>
            <a:pPr marL="0" indent="0">
              <a:buNone/>
            </a:pPr>
            <a:r>
              <a:rPr lang="en-US" sz="2000" dirty="0"/>
              <a:t>1956: Father of AI (John McCarthy)</a:t>
            </a:r>
          </a:p>
          <a:p>
            <a:pPr marL="0" indent="0">
              <a:buNone/>
            </a:pPr>
            <a:r>
              <a:rPr lang="en-US" sz="2000" dirty="0"/>
              <a:t>1964: Pioneering chatbot: ELIZA</a:t>
            </a:r>
          </a:p>
          <a:p>
            <a:pPr marL="0" indent="0">
              <a:buNone/>
            </a:pPr>
            <a:r>
              <a:rPr lang="en-US" sz="2000" dirty="0"/>
              <a:t>1974-1980 First AI Winter</a:t>
            </a:r>
          </a:p>
          <a:p>
            <a:pPr marL="0" indent="0">
              <a:buNone/>
            </a:pPr>
            <a:r>
              <a:rPr lang="en-US" sz="2000" dirty="0"/>
              <a:t>1980 Expert Systems</a:t>
            </a:r>
          </a:p>
          <a:p>
            <a:pPr marL="0" indent="0">
              <a:buNone/>
            </a:pPr>
            <a:r>
              <a:rPr lang="en-US" sz="2000" dirty="0"/>
              <a:t>1987-1993 Second AI Winter</a:t>
            </a:r>
          </a:p>
          <a:p>
            <a:pPr marL="0" indent="0">
              <a:buNone/>
            </a:pPr>
            <a:r>
              <a:rPr lang="en-US" sz="2000" dirty="0"/>
              <a:t>1997 IBM's Deep Blue (World Chess Champion)</a:t>
            </a:r>
            <a:endParaRPr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74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72276" y="151027"/>
            <a:ext cx="6575464" cy="72534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History of Artificial Intelligence (4)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Highlights of important events (cont.):</a:t>
            </a:r>
          </a:p>
          <a:p>
            <a:pPr marL="0" indent="0">
              <a:buNone/>
            </a:pPr>
            <a:r>
              <a:rPr lang="en-US" sz="2000" dirty="0"/>
              <a:t>2002 Roomba</a:t>
            </a:r>
          </a:p>
          <a:p>
            <a:pPr marL="0" indent="0">
              <a:buNone/>
            </a:pPr>
            <a:r>
              <a:rPr lang="en-US" sz="2000" dirty="0"/>
              <a:t>2011 Apple's Virtual Assistant: Siri</a:t>
            </a:r>
          </a:p>
          <a:p>
            <a:pPr marL="0" indent="0">
              <a:buNone/>
            </a:pPr>
            <a:r>
              <a:rPr lang="en-US" sz="2000" dirty="0"/>
              <a:t>2014 Chatbot: Eugene (Passes Turing Test)</a:t>
            </a:r>
          </a:p>
          <a:p>
            <a:pPr marL="0" indent="0">
              <a:buNone/>
            </a:pPr>
            <a:r>
              <a:rPr lang="en-US" sz="2000" dirty="0"/>
              <a:t>2014 Amazon's Virtual Assistant: Alexa</a:t>
            </a:r>
          </a:p>
          <a:p>
            <a:pPr marL="0" indent="0">
              <a:buNone/>
            </a:pPr>
            <a:r>
              <a:rPr lang="en-US" sz="2000" dirty="0"/>
              <a:t>2016: Google's AlphaGo (World Chess Champion)</a:t>
            </a:r>
            <a:endParaRPr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9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4E26-876B-D769-E92B-444E2DDE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Turing Machine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B1E97-5AE7-D62D-6B62-B33F96A6F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1600" dirty="0"/>
              <a:t>A Turing machine is a theoretical device that was proposed by the mathematician and computer scientist Alan Turing in 1936.</a:t>
            </a:r>
          </a:p>
          <a:p>
            <a:r>
              <a:rPr lang="en-US" altLang="zh-HK" sz="1600" dirty="0"/>
              <a:t>It is a mathematical model of a general-purpose computer and serves as a fundamental concept in the theory of computation.</a:t>
            </a:r>
          </a:p>
          <a:p>
            <a:r>
              <a:rPr lang="en-US" altLang="zh-HK" sz="1600" dirty="0"/>
              <a:t>Link: </a:t>
            </a:r>
            <a:r>
              <a:rPr lang="en-US" altLang="zh-HK" sz="1600" dirty="0">
                <a:hlinkClick r:id="rId2"/>
              </a:rPr>
              <a:t>https://www.youtube.com/watch?v=-ZS_zFg4w5k</a:t>
            </a:r>
            <a:endParaRPr lang="en-US" altLang="zh-HK" sz="1600" dirty="0"/>
          </a:p>
          <a:p>
            <a:endParaRPr lang="zh-HK" alt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70FC5-E299-C85D-B872-BAD66C98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10307-626D-B7F0-694C-5FAFF56B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2654B-CCDC-409C-2EB5-CE88BE0E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2C572F-5E4F-A410-79F6-A036301C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0" y="2642841"/>
            <a:ext cx="3598215" cy="200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98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C4A1-D7AB-45F5-2843-09B2DF93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The Turing Test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33365-B19E-0155-2F28-6F233FEF9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000" dirty="0"/>
              <a:t>proposed by Alan Turing in 1950, is a test of a machine's ability to exhibit intelligent behavior indistinguishable from that of a human. </a:t>
            </a:r>
          </a:p>
          <a:p>
            <a:r>
              <a:rPr lang="en-US" altLang="zh-HK" sz="2000" dirty="0"/>
              <a:t>In the original formulation of the Turing test, a human evaluator engages in a text-based conversation with two entities: a human and a machine.</a:t>
            </a:r>
          </a:p>
          <a:p>
            <a:r>
              <a:rPr lang="en-US" altLang="zh-HK" sz="2000" dirty="0"/>
              <a:t>Link: </a:t>
            </a:r>
            <a:r>
              <a:rPr lang="en-US" altLang="zh-HK" sz="2000" dirty="0">
                <a:hlinkClick r:id="rId2"/>
              </a:rPr>
              <a:t>https://www.youtube.com/watch?v=sXx-PpEBR7k</a:t>
            </a:r>
            <a:endParaRPr lang="en-US" altLang="zh-HK" sz="2000" dirty="0"/>
          </a:p>
          <a:p>
            <a:endParaRPr lang="zh-HK" alt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D89A7-4324-E7C3-9283-4ED1FEA4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FAB6-6C79-B3CF-DDB4-3B22D112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F1DE4-4D7C-CCBB-771E-3AB69E2E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8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0CBF-C3B1-2727-AA10-10B0F744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Programming Paradigms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6320-551D-6AE7-98E3-0C5D8436D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Declarative Programming</a:t>
            </a:r>
          </a:p>
          <a:p>
            <a:r>
              <a:rPr lang="en-US" altLang="zh-HK" dirty="0"/>
              <a:t>Imperative Programming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8AD4-EA0F-8096-A019-3FCB0F4D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3E1CF-C14E-3F5F-5DE3-11C93280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F1700-4D27-9FCD-2F78-0BC744C8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40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0D0C-9CBD-1F57-CBB3-A5A4DB42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/>
              <a:t>Declarative Programming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1A39-EE01-08A9-A4A9-954B59A16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000" dirty="0"/>
              <a:t>Declarative programming is a programming paradigm that focuses on describing the desired result or outcome of a computation, rather than specifying the sequence of steps that should be performed to achieve that result.</a:t>
            </a:r>
          </a:p>
          <a:p>
            <a:r>
              <a:rPr lang="en-US" altLang="zh-HK" sz="2000" dirty="0"/>
              <a:t>It emphasizes </a:t>
            </a:r>
            <a:r>
              <a:rPr lang="en-US" altLang="zh-HK" sz="2000" b="1" i="1" dirty="0">
                <a:solidFill>
                  <a:schemeClr val="accent1"/>
                </a:solidFill>
              </a:rPr>
              <a:t>what the program should accomplish</a:t>
            </a:r>
            <a:r>
              <a:rPr lang="en-US" altLang="zh-HK" sz="2000" dirty="0"/>
              <a:t>, rather than how it should be done.</a:t>
            </a:r>
            <a:endParaRPr lang="zh-HK" alt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893F6-10AA-C28A-A7CD-F02D3D96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742BC-5B12-8459-D9AE-B97FEB86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717F1-1E6B-7B24-00AA-8293E084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90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B863-0B99-2FA2-2D65-C425E20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/>
              <a:t>Imperative Programming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A61C-F18F-E80A-FF22-6EFB7D8A8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000" dirty="0"/>
              <a:t>Imperative programming is a programming paradigm that focuses on explicitly specifying the sequence of steps or instructions that a computer should follow to solve a problem.</a:t>
            </a:r>
          </a:p>
          <a:p>
            <a:r>
              <a:rPr lang="en-US" altLang="zh-HK" sz="2000" dirty="0"/>
              <a:t>It emphasizes </a:t>
            </a:r>
            <a:r>
              <a:rPr lang="en-US" altLang="zh-HK" sz="2000" b="1" i="1" dirty="0">
                <a:solidFill>
                  <a:schemeClr val="bg2">
                    <a:lumMod val="50000"/>
                  </a:schemeClr>
                </a:solidFill>
              </a:rPr>
              <a:t>how the computation should be performed</a:t>
            </a:r>
            <a:r>
              <a:rPr lang="en-US" altLang="zh-HK" sz="2000" dirty="0"/>
              <a:t>, rather than solely focusing on the desired outcome.</a:t>
            </a:r>
            <a:endParaRPr lang="zh-HK" alt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9516F-129D-A68E-8AF1-7ED68930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38906-34AF-39A2-A0DF-1AEAD001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3AAA7-8D14-0167-08CF-872D2E29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4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9688"/>
            <a:ext cx="6413609" cy="725349"/>
          </a:xfrm>
        </p:spPr>
        <p:txBody>
          <a:bodyPr>
            <a:normAutofit/>
          </a:bodyPr>
          <a:lstStyle/>
          <a:p>
            <a:r>
              <a:rPr lang="en-US" altLang="zh-TW" dirty="0"/>
              <a:t>AI vs Traditional Computing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AI: focuses on what to do </a:t>
            </a:r>
            <a:r>
              <a:rPr lang="en-US" sz="2600" dirty="0">
                <a:sym typeface="Wingdings" panose="05000000000000000000" pitchFamily="2" charset="2"/>
              </a:rPr>
              <a:t> Declarative programming</a:t>
            </a:r>
            <a:endParaRPr lang="en-US" sz="1600" dirty="0"/>
          </a:p>
          <a:p>
            <a:pPr marL="0" indent="0">
              <a:buNone/>
            </a:pPr>
            <a:r>
              <a:rPr lang="en-US" sz="2600" dirty="0"/>
              <a:t>Traditional Computing: focuses on how to do </a:t>
            </a:r>
            <a:r>
              <a:rPr lang="en-US" sz="2600" dirty="0">
                <a:sym typeface="Wingdings" panose="05000000000000000000" pitchFamily="2" charset="2"/>
              </a:rPr>
              <a:t> Use Imperative programming</a:t>
            </a:r>
            <a:endParaRPr lang="en-US" sz="2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2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39061" y="184711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AI vs Traditional Computing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r>
              <a:rPr lang="en-US" sz="2400" dirty="0"/>
              <a:t>Recall that: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258" y="1602000"/>
            <a:ext cx="5080635" cy="338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22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1129" y="140702"/>
            <a:ext cx="6413609" cy="725349"/>
          </a:xfrm>
        </p:spPr>
        <p:txBody>
          <a:bodyPr>
            <a:normAutofit/>
          </a:bodyPr>
          <a:lstStyle/>
          <a:p>
            <a:r>
              <a:rPr lang="en-US" altLang="zh-TW" dirty="0"/>
              <a:t>Common Domains of AI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2389188" y="1268413"/>
          <a:ext cx="6305550" cy="3419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4572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Applications of Artificial Intelligence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AI has been dominant in various fields such as :</a:t>
            </a:r>
          </a:p>
          <a:p>
            <a:r>
              <a:rPr lang="en-US" sz="2200" u="sng" dirty="0">
                <a:solidFill>
                  <a:srgbClr val="FF0000"/>
                </a:solidFill>
              </a:rPr>
              <a:t>Gaming</a:t>
            </a:r>
            <a:r>
              <a:rPr lang="en-US" sz="2200" dirty="0"/>
              <a:t> − AI plays crucial role in strategic games such as chess, poker, tic-tac-toe, etc., where machine can think of large number of possible positions based on heuristic knowledge.</a:t>
            </a:r>
          </a:p>
          <a:p>
            <a:r>
              <a:rPr lang="en-US" sz="2200" u="sng" dirty="0">
                <a:solidFill>
                  <a:srgbClr val="FF0000"/>
                </a:solidFill>
              </a:rPr>
              <a:t>Natural Language Processing</a:t>
            </a:r>
            <a:r>
              <a:rPr lang="en-US" sz="2200" dirty="0"/>
              <a:t> − It is possible to interact with the computer that understands natural language spoken by humans.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29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02654" y="160357"/>
            <a:ext cx="6413609" cy="725349"/>
          </a:xfrm>
        </p:spPr>
        <p:txBody>
          <a:bodyPr>
            <a:normAutofit/>
          </a:bodyPr>
          <a:lstStyle/>
          <a:p>
            <a:r>
              <a:rPr lang="en-US" altLang="zh-TW" dirty="0"/>
              <a:t>Applications of AI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200" u="sng" dirty="0">
                <a:solidFill>
                  <a:srgbClr val="FF0000"/>
                </a:solidFill>
              </a:rPr>
              <a:t>Expert Systems</a:t>
            </a:r>
            <a:r>
              <a:rPr lang="en-US" sz="2200" dirty="0"/>
              <a:t> − There are some applications which integrate machine, software, and special information to impart reasoning and advising. They provide explanation and advice to the users.</a:t>
            </a:r>
          </a:p>
          <a:p>
            <a:pPr lvl="0">
              <a:spcBef>
                <a:spcPts val="400"/>
              </a:spcBef>
            </a:pPr>
            <a:r>
              <a:rPr lang="en-US" sz="2200" u="sng" dirty="0">
                <a:solidFill>
                  <a:srgbClr val="FF0000"/>
                </a:solidFill>
              </a:rPr>
              <a:t>Vision Systems</a:t>
            </a:r>
            <a:r>
              <a:rPr lang="en-US" sz="2200" dirty="0"/>
              <a:t> − These systems understand, interpret, and comprehend visual input on the computer. For example,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spying </a:t>
            </a:r>
            <a:r>
              <a:rPr lang="en-US" sz="2000" dirty="0" err="1"/>
              <a:t>aeroplane</a:t>
            </a:r>
            <a:r>
              <a:rPr lang="en-US" sz="2000" dirty="0"/>
              <a:t> takes photographs, which are used to figure out map of the areas.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Doctors use clinical expert system to diagnose the patient.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79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88349"/>
            <a:ext cx="6413609" cy="725349"/>
          </a:xfrm>
        </p:spPr>
        <p:txBody>
          <a:bodyPr>
            <a:normAutofit/>
          </a:bodyPr>
          <a:lstStyle/>
          <a:p>
            <a:r>
              <a:rPr lang="en-US" altLang="zh-TW" dirty="0"/>
              <a:t>Applications of AI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200" u="sng" dirty="0">
                <a:solidFill>
                  <a:srgbClr val="FF0000"/>
                </a:solidFill>
              </a:rPr>
              <a:t>Speech Recognition</a:t>
            </a:r>
            <a:r>
              <a:rPr lang="en-US" sz="2200" dirty="0"/>
              <a:t> − Some intelligent systems are capable of hearing and comprehending the language in terms of sentences and their meanings while a human talks to it.</a:t>
            </a:r>
          </a:p>
          <a:p>
            <a:pPr>
              <a:spcBef>
                <a:spcPts val="400"/>
              </a:spcBef>
            </a:pPr>
            <a:r>
              <a:rPr lang="en-US" sz="2200" u="sng" dirty="0">
                <a:solidFill>
                  <a:srgbClr val="FF0000"/>
                </a:solidFill>
              </a:rPr>
              <a:t>Handwriting Recognition</a:t>
            </a:r>
            <a:r>
              <a:rPr lang="en-US" sz="2200" dirty="0"/>
              <a:t> − The handwriting recognition software reads the text written on paper by a pen or on screen by a stylus. It can recognize the shapes of the letters and convert it into editable text.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25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51027"/>
            <a:ext cx="6413609" cy="725349"/>
          </a:xfrm>
        </p:spPr>
        <p:txBody>
          <a:bodyPr>
            <a:normAutofit/>
          </a:bodyPr>
          <a:lstStyle/>
          <a:p>
            <a:r>
              <a:rPr lang="en-US" altLang="zh-TW" dirty="0"/>
              <a:t>Applications of AI (4)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200" u="sng" dirty="0">
                <a:solidFill>
                  <a:srgbClr val="FF0000"/>
                </a:solidFill>
              </a:rPr>
              <a:t>Intelligent Robots</a:t>
            </a:r>
            <a:r>
              <a:rPr lang="en-US" sz="2200" dirty="0"/>
              <a:t> − Robots are able to perform the tasks given by a human. They have </a:t>
            </a:r>
            <a:r>
              <a:rPr lang="en-US" sz="2200" i="1" dirty="0">
                <a:solidFill>
                  <a:srgbClr val="FF0000"/>
                </a:solidFill>
              </a:rPr>
              <a:t>sensors</a:t>
            </a:r>
            <a:r>
              <a:rPr lang="en-US" sz="2200" dirty="0"/>
              <a:t> to detect physical data from the real world such as light, heat, temperature, movement, sound, bump, and pressure. They have efficient </a:t>
            </a:r>
            <a:r>
              <a:rPr lang="en-US" sz="2200" i="1" dirty="0">
                <a:solidFill>
                  <a:srgbClr val="FF0000"/>
                </a:solidFill>
              </a:rPr>
              <a:t>processors</a:t>
            </a:r>
            <a:r>
              <a:rPr lang="en-US" sz="2200" dirty="0"/>
              <a:t>, multiple sensors and huge memory, to exhibit intelligence. In addition, they are capable of </a:t>
            </a:r>
            <a:r>
              <a:rPr lang="en-US" sz="2200" i="1" dirty="0">
                <a:solidFill>
                  <a:srgbClr val="FF0000"/>
                </a:solidFill>
              </a:rPr>
              <a:t>learning</a:t>
            </a:r>
            <a:r>
              <a:rPr lang="en-US" sz="2200" dirty="0"/>
              <a:t> from their mistakes and they can adapt to the new environment.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60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807E-E998-5042-D4AB-11585C06E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Autonomous Driving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615EB-4DD8-FEAD-563F-AC230915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973D-E3EA-8EF6-591A-37C7A3D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CE6AC-7A90-0C84-D1D5-E2E866E5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6" name="Picture 2" descr="2019 tesla model 3">
            <a:extLst>
              <a:ext uri="{FF2B5EF4-FFF2-40B4-BE49-F238E27FC236}">
                <a16:creationId xmlns:a16="http://schemas.microsoft.com/office/drawing/2014/main" id="{FE8FC89D-4D87-C27E-2018-93A5B687DD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211" y="1196975"/>
            <a:ext cx="5264754" cy="351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527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3E01-13CD-5B60-F3FA-DADEFC33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Robotics and Automation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32163-0BF0-039A-1A80-761E0E73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4C32-23BD-CC82-35E5-66A2DFF6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E867F-1557-7FBC-C56D-924A6BFB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2052" name="Picture 4" descr="Uncover the benefits of factory automation ">
            <a:extLst>
              <a:ext uri="{FF2B5EF4-FFF2-40B4-BE49-F238E27FC236}">
                <a16:creationId xmlns:a16="http://schemas.microsoft.com/office/drawing/2014/main" id="{17D98679-08D5-96AE-0A01-730F20534E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349375"/>
            <a:ext cx="6413500" cy="320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801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D9C3-A077-BDE5-3F9A-18D43AE2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Natural Language Processing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4C118-24CA-84E0-E8AF-9785AADC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9B6B9-5490-D806-D087-B691ED8C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9F87-2E95-952E-5EF3-37CE59C4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2" descr="shutterstock_754222927-min">
            <a:extLst>
              <a:ext uri="{FF2B5EF4-FFF2-40B4-BE49-F238E27FC236}">
                <a16:creationId xmlns:a16="http://schemas.microsoft.com/office/drawing/2014/main" id="{5CF5B4BA-1B47-7015-97CC-4C9BF05053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896" y="1196975"/>
            <a:ext cx="5269383" cy="351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36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</a:rPr>
              <a:t>2. Python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Python?</a:t>
            </a:r>
          </a:p>
          <a:p>
            <a:r>
              <a:rPr lang="en-US" dirty="0"/>
              <a:t>Why Python?</a:t>
            </a:r>
          </a:p>
          <a:p>
            <a:r>
              <a:rPr lang="en-US" dirty="0"/>
              <a:t>Timeline of Programming Languages</a:t>
            </a:r>
          </a:p>
          <a:p>
            <a:r>
              <a:rPr lang="en-US" dirty="0"/>
              <a:t>Applications for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150" y="2766667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97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Python?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268361"/>
            <a:ext cx="6434722" cy="3420136"/>
          </a:xfrm>
        </p:spPr>
        <p:txBody>
          <a:bodyPr>
            <a:noAutofit/>
          </a:bodyPr>
          <a:lstStyle/>
          <a:p>
            <a:r>
              <a:rPr lang="en-US" altLang="zh-TW" sz="2200" dirty="0"/>
              <a:t>Python is a widely used </a:t>
            </a:r>
            <a:r>
              <a:rPr lang="en-US" altLang="zh-TW" sz="2200" i="1" dirty="0">
                <a:solidFill>
                  <a:srgbClr val="C00000"/>
                </a:solidFill>
              </a:rPr>
              <a:t>high-level, general-purpose, interpreted, dynamic</a:t>
            </a:r>
            <a:r>
              <a:rPr lang="en-US" altLang="zh-TW" sz="2200" dirty="0"/>
              <a:t> programming language.</a:t>
            </a:r>
          </a:p>
          <a:p>
            <a:r>
              <a:rPr lang="en-US" altLang="zh-TW" sz="2200" dirty="0"/>
              <a:t>Its design philosophy emphasizes </a:t>
            </a:r>
            <a:r>
              <a:rPr lang="en-US" altLang="zh-TW" sz="2200" i="1" dirty="0">
                <a:solidFill>
                  <a:srgbClr val="C00000"/>
                </a:solidFill>
              </a:rPr>
              <a:t>code readability</a:t>
            </a:r>
            <a:r>
              <a:rPr lang="en-US" altLang="zh-TW" sz="2200" dirty="0"/>
              <a:t>, and its syntax allows programmers to express concepts in fewer lines of code than possible in languages such as C++ or Java.</a:t>
            </a:r>
          </a:p>
          <a:p>
            <a:r>
              <a:rPr lang="en-US" altLang="zh-TW" sz="2200" dirty="0"/>
              <a:t>The language provides constructs intended to enable clear programs on both </a:t>
            </a:r>
            <a:r>
              <a:rPr lang="en-US" altLang="zh-TW" sz="2200" i="1" dirty="0">
                <a:solidFill>
                  <a:srgbClr val="C00000"/>
                </a:solidFill>
              </a:rPr>
              <a:t>a small and large scale</a:t>
            </a:r>
            <a:r>
              <a:rPr lang="en-US" altLang="zh-TW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3390"/>
            <a:ext cx="2343150" cy="8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57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Python? (2)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92106" y="1166492"/>
            <a:ext cx="6304935" cy="3635377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2600" b="1" dirty="0">
                <a:solidFill>
                  <a:srgbClr val="0D17D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</a:t>
            </a:r>
          </a:p>
          <a:p>
            <a:pPr marL="354013" indent="0">
              <a:buNone/>
            </a:pP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 hello():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	print("Hello World!")</a:t>
            </a:r>
            <a:endParaRPr lang="en-US" altLang="zh-TW" sz="1500" dirty="0"/>
          </a:p>
          <a:p>
            <a:r>
              <a:rPr lang="en-US" altLang="zh-TW" sz="2600" b="1" dirty="0">
                <a:solidFill>
                  <a:srgbClr val="0D17D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class HelloWorld {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	public static void main(String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{}) {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 World!");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TW" sz="2600" b="1" dirty="0">
                <a:solidFill>
                  <a:srgbClr val="0D17D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C++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iostream.h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main() {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 World!" &lt;&lt;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	return 0;</a:t>
            </a:r>
          </a:p>
          <a:p>
            <a:pPr marL="354013" indent="0">
              <a:buNone/>
            </a:pP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52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Python?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200" dirty="0"/>
              <a:t>Python has become the </a:t>
            </a:r>
            <a:r>
              <a:rPr lang="en-US" altLang="zh-TW" sz="2200" i="1" dirty="0">
                <a:solidFill>
                  <a:srgbClr val="C00000"/>
                </a:solidFill>
              </a:rPr>
              <a:t>lingua franca</a:t>
            </a:r>
            <a:r>
              <a:rPr lang="en-US" altLang="zh-TW" sz="2200" dirty="0"/>
              <a:t> for many data science applications.</a:t>
            </a:r>
          </a:p>
          <a:p>
            <a:r>
              <a:rPr lang="en-US" altLang="zh-TW" sz="2200" dirty="0"/>
              <a:t>It combines the power of </a:t>
            </a:r>
            <a:r>
              <a:rPr lang="en-US" altLang="zh-TW" sz="2200" i="1" dirty="0">
                <a:solidFill>
                  <a:srgbClr val="C00000"/>
                </a:solidFill>
              </a:rPr>
              <a:t>general-purpose</a:t>
            </a:r>
            <a:r>
              <a:rPr lang="en-US" altLang="zh-TW" sz="2200" dirty="0"/>
              <a:t> programming languages with the ease of use of </a:t>
            </a:r>
            <a:r>
              <a:rPr lang="en-US" altLang="zh-TW" sz="2200" i="1" dirty="0">
                <a:solidFill>
                  <a:srgbClr val="C00000"/>
                </a:solidFill>
              </a:rPr>
              <a:t>domain-specific</a:t>
            </a:r>
            <a:r>
              <a:rPr lang="en-US" altLang="zh-TW" sz="2200" dirty="0"/>
              <a:t> scripting languages like MATLAB or R.</a:t>
            </a:r>
          </a:p>
          <a:p>
            <a:r>
              <a:rPr lang="en-US" altLang="zh-TW" sz="2200" dirty="0"/>
              <a:t>Python has </a:t>
            </a:r>
            <a:r>
              <a:rPr lang="en-US" altLang="zh-TW" sz="2200" i="1" dirty="0">
                <a:solidFill>
                  <a:srgbClr val="C00000"/>
                </a:solidFill>
              </a:rPr>
              <a:t>libraries</a:t>
            </a:r>
            <a:r>
              <a:rPr lang="en-US" altLang="zh-TW" sz="2200" dirty="0"/>
              <a:t> for data loading, visualization, statistics, natural language processing, image processing, and more.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Python?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98902"/>
          </a:xfrm>
        </p:spPr>
        <p:txBody>
          <a:bodyPr>
            <a:noAutofit/>
          </a:bodyPr>
          <a:lstStyle/>
          <a:p>
            <a:r>
              <a:rPr lang="en-US" altLang="zh-TW" sz="2200" dirty="0"/>
              <a:t>This vast toolbox provides data scientists with a large array of </a:t>
            </a:r>
            <a:r>
              <a:rPr lang="en-US" altLang="zh-TW" sz="2200" i="1" dirty="0">
                <a:solidFill>
                  <a:srgbClr val="C00000"/>
                </a:solidFill>
              </a:rPr>
              <a:t>general- and special-purpose functionality</a:t>
            </a:r>
            <a:r>
              <a:rPr lang="en-US" altLang="zh-TW" sz="2200" dirty="0"/>
              <a:t>.</a:t>
            </a:r>
          </a:p>
          <a:p>
            <a:r>
              <a:rPr lang="en-US" altLang="zh-TW" sz="2200" dirty="0"/>
              <a:t>One of the main advantages of using Python is the ability to interact directly with the code, using a terminal or other tools like the </a:t>
            </a:r>
            <a:r>
              <a:rPr lang="en-US" altLang="zh-TW" sz="2200" dirty="0" err="1"/>
              <a:t>Jupyter</a:t>
            </a:r>
            <a:r>
              <a:rPr lang="en-US" altLang="zh-TW" sz="2200" dirty="0"/>
              <a:t> Notebook, which we’ll look at shortly.</a:t>
            </a:r>
          </a:p>
          <a:p>
            <a:r>
              <a:rPr lang="en-US" altLang="zh-TW" sz="2200" dirty="0"/>
              <a:t>Machine learning and data analysis are fundamentally iterative processes, in which the data drives the analysis.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200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Python?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200" dirty="0"/>
              <a:t>It is essential for these processes to have tools that allow quick iteration and easy interaction.</a:t>
            </a:r>
          </a:p>
          <a:p>
            <a:r>
              <a:rPr lang="en-US" altLang="zh-TW" sz="2200" dirty="0"/>
              <a:t>As a general-purpose programming language, Python also allows for the creation of complex </a:t>
            </a:r>
            <a:r>
              <a:rPr lang="en-US" altLang="zh-TW" sz="2200" i="1" dirty="0">
                <a:solidFill>
                  <a:srgbClr val="C00000"/>
                </a:solidFill>
              </a:rPr>
              <a:t>graphical user interfaces (GUIs)</a:t>
            </a:r>
            <a:r>
              <a:rPr lang="en-US" altLang="zh-TW" sz="2200" dirty="0"/>
              <a:t> and </a:t>
            </a:r>
            <a:r>
              <a:rPr lang="en-US" altLang="zh-TW" sz="2200" i="1" dirty="0">
                <a:solidFill>
                  <a:srgbClr val="C00000"/>
                </a:solidFill>
              </a:rPr>
              <a:t>web services</a:t>
            </a:r>
            <a:r>
              <a:rPr lang="en-US" altLang="zh-TW" sz="2200" dirty="0"/>
              <a:t>, and for integration into existing systems.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806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3875" y="102393"/>
            <a:ext cx="6452925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Timeline of Programming Languages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10" name="Content Placeholder 7"/>
          <p:cNvGraphicFramePr>
            <a:graphicFrameLocks noGrp="1"/>
          </p:cNvGraphicFramePr>
          <p:nvPr>
            <p:ph idx="1"/>
          </p:nvPr>
        </p:nvGraphicFramePr>
        <p:xfrm>
          <a:off x="1908810" y="1337310"/>
          <a:ext cx="7063740" cy="1565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115093"/>
              </p:ext>
            </p:extLst>
          </p:nvPr>
        </p:nvGraphicFramePr>
        <p:xfrm>
          <a:off x="2497455" y="3077543"/>
          <a:ext cx="6475095" cy="1515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19165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128720" y="128471"/>
            <a:ext cx="6413609" cy="763524"/>
          </a:xfrm>
        </p:spPr>
        <p:txBody>
          <a:bodyPr>
            <a:normAutofit/>
          </a:bodyPr>
          <a:lstStyle/>
          <a:p>
            <a:r>
              <a:rPr lang="en-US" dirty="0"/>
              <a:t>Applications for Python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Web and Internet Development</a:t>
            </a:r>
          </a:p>
          <a:p>
            <a:pPr fontAlgn="base"/>
            <a:r>
              <a:rPr lang="en-US" dirty="0"/>
              <a:t>Database Access</a:t>
            </a:r>
          </a:p>
          <a:p>
            <a:pPr fontAlgn="base"/>
            <a:r>
              <a:rPr lang="en-US" dirty="0"/>
              <a:t>Scientific and Numeric</a:t>
            </a:r>
          </a:p>
          <a:p>
            <a:pPr fontAlgn="base"/>
            <a:r>
              <a:rPr lang="en-US" dirty="0"/>
              <a:t>Education</a:t>
            </a:r>
          </a:p>
          <a:p>
            <a:pPr fontAlgn="base"/>
            <a:r>
              <a:rPr lang="en-US" dirty="0"/>
              <a:t>Desktop GUIs</a:t>
            </a:r>
          </a:p>
          <a:p>
            <a:pPr fontAlgn="base"/>
            <a:r>
              <a:rPr lang="en-US" dirty="0"/>
              <a:t>Software &amp; Game Development</a:t>
            </a:r>
          </a:p>
          <a:p>
            <a:r>
              <a:rPr lang="en-US" altLang="zh-TW" dirty="0"/>
              <a:t>Network Programming</a:t>
            </a:r>
          </a:p>
          <a:p>
            <a:r>
              <a:rPr lang="en-US" altLang="zh-TW" dirty="0"/>
              <a:t>Data Analysis</a:t>
            </a:r>
          </a:p>
          <a:p>
            <a:r>
              <a:rPr lang="en-US" altLang="zh-TW" dirty="0"/>
              <a:t>Machine Learning</a:t>
            </a:r>
          </a:p>
          <a:p>
            <a:r>
              <a:rPr lang="en-US" altLang="zh-TW" dirty="0"/>
              <a:t>Data Mining</a:t>
            </a:r>
          </a:p>
          <a:p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L1 – AI: An Overview &amp; Python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2ECC-656A-499B-882A-B5C312990701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442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</a:rPr>
              <a:t>3. </a:t>
            </a:r>
            <a:r>
              <a:rPr lang="en-US" b="1" i="1" dirty="0" err="1">
                <a:solidFill>
                  <a:srgbClr val="FFFF00"/>
                </a:solidFill>
              </a:rPr>
              <a:t>Colaboratory</a:t>
            </a:r>
            <a:endParaRPr lang="en-US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29013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Google developed AI framework called TensorFlow and a development tool called </a:t>
            </a:r>
            <a:r>
              <a:rPr lang="en-US" dirty="0" err="1"/>
              <a:t>Colaboratory</a:t>
            </a:r>
            <a:r>
              <a:rPr lang="en-US" dirty="0"/>
              <a:t>.</a:t>
            </a:r>
          </a:p>
          <a:p>
            <a:r>
              <a:rPr lang="en-US" dirty="0"/>
              <a:t>Usually, we call it as </a:t>
            </a:r>
            <a:r>
              <a:rPr lang="en-US" dirty="0" err="1"/>
              <a:t>Colab</a:t>
            </a:r>
            <a:r>
              <a:rPr lang="en-US" dirty="0"/>
              <a:t>. </a:t>
            </a:r>
          </a:p>
          <a:p>
            <a:r>
              <a:rPr lang="en-US" dirty="0"/>
              <a:t>We can use it as a tool to write and run Python.</a:t>
            </a:r>
          </a:p>
          <a:p>
            <a:r>
              <a:rPr lang="en-US" dirty="0"/>
              <a:t>You need to have google account and use google drive.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87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of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2215"/>
          </a:xfrm>
        </p:spPr>
        <p:txBody>
          <a:bodyPr/>
          <a:lstStyle/>
          <a:p>
            <a:r>
              <a:rPr lang="en-US" dirty="0"/>
              <a:t>Click the "New" button on your Google Drive.</a:t>
            </a:r>
          </a:p>
          <a:p>
            <a:r>
              <a:rPr lang="en-US" dirty="0"/>
              <a:t>And then choose "More", "Connect More apps".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96EE83-ECEC-9542-AD3C-B6DA95E8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902" y="2701495"/>
            <a:ext cx="2527300" cy="1244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2E56E-786B-F440-B3B9-B404482B6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10" y="2395596"/>
            <a:ext cx="3982240" cy="23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of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2215"/>
          </a:xfrm>
        </p:spPr>
        <p:txBody>
          <a:bodyPr/>
          <a:lstStyle/>
          <a:p>
            <a:r>
              <a:rPr lang="en-US" dirty="0"/>
              <a:t>Search "</a:t>
            </a:r>
            <a:r>
              <a:rPr lang="en-US" dirty="0" err="1"/>
              <a:t>Colaboratory</a:t>
            </a:r>
            <a:r>
              <a:rPr lang="en-US" dirty="0"/>
              <a:t>" and then choose the app.</a:t>
            </a:r>
          </a:p>
          <a:p>
            <a:r>
              <a:rPr lang="en-US" dirty="0"/>
              <a:t>Finally, click the "Install" button.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6F352-B75A-4D44-A151-EE9F40931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0" y="2877160"/>
            <a:ext cx="3044951" cy="1711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99FCFA-289A-304A-B833-22DCDEE0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973" y="2826654"/>
            <a:ext cx="5030115" cy="176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969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to use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07364"/>
          </a:xfrm>
        </p:spPr>
        <p:txBody>
          <a:bodyPr/>
          <a:lstStyle/>
          <a:p>
            <a:r>
              <a:rPr lang="en-US" dirty="0"/>
              <a:t>Click the "New" button on your Google Drive.</a:t>
            </a:r>
          </a:p>
          <a:p>
            <a:r>
              <a:rPr lang="en-US" dirty="0"/>
              <a:t>You can find </a:t>
            </a:r>
            <a:r>
              <a:rPr lang="en-US" dirty="0" err="1"/>
              <a:t>Colab</a:t>
            </a:r>
            <a:r>
              <a:rPr lang="en-US" dirty="0"/>
              <a:t> under the "More" menu.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96EE83-ECEC-9542-AD3C-B6DA95E8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77" y="2158612"/>
            <a:ext cx="2527300" cy="124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ED472F-D68D-9D41-9E96-4B04D7EC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984" y="2107742"/>
            <a:ext cx="3054364" cy="26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99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to use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0736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Type "print('Hello World!')" under the text input box. </a:t>
            </a:r>
          </a:p>
          <a:p>
            <a:r>
              <a:rPr lang="en-US" dirty="0"/>
              <a:t>And then click the arrow button to run your code.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FE56C-0493-1240-8B0A-D32DEFE0F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75" y="2086835"/>
            <a:ext cx="2896515" cy="1531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5475A0-6E70-1646-811E-007E928C2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512" y="2230150"/>
            <a:ext cx="29972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90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to use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07364"/>
          </a:xfrm>
        </p:spPr>
        <p:txBody>
          <a:bodyPr>
            <a:normAutofit/>
          </a:bodyPr>
          <a:lstStyle/>
          <a:p>
            <a:r>
              <a:rPr lang="en-US" dirty="0"/>
              <a:t>You can change the notebook name by single click on the default name "Untitled0.ipynb'.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D6023-8383-DC43-9ECD-2E535513E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05" y="2104770"/>
            <a:ext cx="2865070" cy="1751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91C93F-83E2-F04C-A808-1C7A84ABF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10" y="2111035"/>
            <a:ext cx="2865070" cy="185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44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to use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073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When you go back to your Google Drive, you will find your </a:t>
            </a:r>
            <a:r>
              <a:rPr lang="en-US" dirty="0" err="1"/>
              <a:t>Colab</a:t>
            </a:r>
            <a:r>
              <a:rPr lang="en-US" dirty="0"/>
              <a:t> Notebook.</a:t>
            </a:r>
          </a:p>
          <a:p>
            <a:r>
              <a:rPr lang="en-US" dirty="0"/>
              <a:t>You can open it again by using double click.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79859-34A5-7C49-9436-72A4C5F4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55" y="2151095"/>
            <a:ext cx="3664920" cy="24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26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operation in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07364"/>
          </a:xfrm>
        </p:spPr>
        <p:txBody>
          <a:bodyPr>
            <a:normAutofit fontScale="92500"/>
          </a:bodyPr>
          <a:lstStyle/>
          <a:p>
            <a:r>
              <a:rPr lang="en-US" dirty="0"/>
              <a:t>You can add a text to describe your code.</a:t>
            </a:r>
          </a:p>
          <a:p>
            <a:r>
              <a:rPr lang="en-US" dirty="0"/>
              <a:t>And then you can add more codes under the text.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A039D2-B9D6-5E46-B43E-7932E299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19" y="1927554"/>
            <a:ext cx="3206805" cy="899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CBC2E8-F943-AF4E-BEE0-D57E467F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2566750"/>
            <a:ext cx="4877410" cy="75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036FD1-F041-7D44-93DA-51C6858FC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3358478"/>
            <a:ext cx="3664920" cy="13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operation in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BE8BF-6640-6745-9C7B-EB8FE818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07364"/>
          </a:xfrm>
        </p:spPr>
        <p:txBody>
          <a:bodyPr>
            <a:normAutofit/>
          </a:bodyPr>
          <a:lstStyle/>
          <a:p>
            <a:r>
              <a:rPr lang="en-US" dirty="0"/>
              <a:t>You can choose the menu "Runtime", "Run all" to run all the codes in your notebook.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98181-14C9-D640-AEE6-7803D216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75" y="2086025"/>
            <a:ext cx="3856585" cy="213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96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Python Language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69" cy="311174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Variables &amp; Data Types</a:t>
            </a:r>
          </a:p>
          <a:p>
            <a:r>
              <a:rPr lang="en-US" dirty="0"/>
              <a:t>Casting</a:t>
            </a:r>
          </a:p>
          <a:p>
            <a:r>
              <a:rPr lang="en-US" dirty="0"/>
              <a:t>Relational Operators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if</a:t>
            </a:r>
          </a:p>
          <a:p>
            <a:r>
              <a:rPr lang="en-US" dirty="0"/>
              <a:t>if … </a:t>
            </a:r>
            <a:r>
              <a:rPr lang="en-US" dirty="0" err="1"/>
              <a:t>elif</a:t>
            </a:r>
            <a:r>
              <a:rPr lang="en-US" dirty="0"/>
              <a:t> … else</a:t>
            </a:r>
          </a:p>
          <a:p>
            <a:r>
              <a:rPr lang="en-US" dirty="0"/>
              <a:t>while</a:t>
            </a:r>
          </a:p>
          <a:p>
            <a:r>
              <a:rPr lang="en-US" dirty="0"/>
              <a:t>for … in …</a:t>
            </a:r>
          </a:p>
          <a:p>
            <a:r>
              <a:rPr lang="en-US" dirty="0"/>
              <a:t>def </a:t>
            </a:r>
            <a:r>
              <a:rPr lang="en-US" dirty="0" err="1"/>
              <a:t>a_function</a:t>
            </a:r>
            <a:r>
              <a:rPr lang="en-US" dirty="0"/>
              <a:t>()</a:t>
            </a:r>
          </a:p>
          <a:p>
            <a:r>
              <a:rPr lang="en-US" dirty="0"/>
              <a:t>User Input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93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&amp; Data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Python Data Types:</a:t>
            </a:r>
          </a:p>
          <a:p>
            <a:pPr lvl="1"/>
            <a:r>
              <a:rPr lang="en-US" dirty="0"/>
              <a:t>Text Type:	str</a:t>
            </a:r>
          </a:p>
          <a:p>
            <a:pPr lvl="1"/>
            <a:r>
              <a:rPr lang="en-US" dirty="0"/>
              <a:t>Numeric Types:	int, float, complex</a:t>
            </a:r>
          </a:p>
          <a:p>
            <a:pPr lvl="1"/>
            <a:r>
              <a:rPr lang="en-US" dirty="0"/>
              <a:t>Sequence Types:	list, tuple, range</a:t>
            </a:r>
          </a:p>
          <a:p>
            <a:pPr lvl="1"/>
            <a:r>
              <a:rPr lang="en-US" dirty="0"/>
              <a:t>Mapping Type:	dictionary</a:t>
            </a:r>
          </a:p>
          <a:p>
            <a:pPr lvl="1"/>
            <a:r>
              <a:rPr lang="en-US" dirty="0"/>
              <a:t>Set Types:	set, </a:t>
            </a:r>
            <a:r>
              <a:rPr lang="en-US" dirty="0" err="1"/>
              <a:t>frozenset</a:t>
            </a:r>
            <a:endParaRPr lang="en-US" dirty="0"/>
          </a:p>
          <a:p>
            <a:pPr lvl="1"/>
            <a:r>
              <a:rPr lang="en-US" dirty="0"/>
              <a:t>Boolean Type:	bool</a:t>
            </a:r>
          </a:p>
          <a:p>
            <a:pPr lvl="1"/>
            <a:r>
              <a:rPr lang="en-US" dirty="0"/>
              <a:t>Binary Types:	bytes, </a:t>
            </a:r>
            <a:r>
              <a:rPr lang="en-US" dirty="0" err="1"/>
              <a:t>bytearray</a:t>
            </a:r>
            <a:r>
              <a:rPr lang="en-US" dirty="0"/>
              <a:t>, </a:t>
            </a:r>
            <a:r>
              <a:rPr lang="en-US" dirty="0" err="1"/>
              <a:t>memoryview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3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&amp; Data Types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342C8-B413-48D2-990E-D1F763BD8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695" y="1117015"/>
            <a:ext cx="4514995" cy="353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674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&amp; Data Types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871D4B-1AC9-324E-AC2E-B98C43A7D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7729" y="1196975"/>
            <a:ext cx="3935717" cy="351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80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8088316-B947-1948-BE43-641042B16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9140" y="1196975"/>
            <a:ext cx="4192895" cy="351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308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Relational Operators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Binary operators for comparing two values</a:t>
            </a:r>
          </a:p>
          <a:p>
            <a:r>
              <a:rPr lang="en-US" altLang="zh-HK" dirty="0"/>
              <a:t>Returns either </a:t>
            </a:r>
            <a:r>
              <a:rPr lang="en-US" altLang="zh-HK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zh-HK" dirty="0"/>
              <a:t> or </a:t>
            </a:r>
            <a:r>
              <a:rPr lang="en-US" altLang="zh-HK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zh-HK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E71CC-1411-4F60-B2D9-00EA26C20D76}" type="slidenum">
              <a:rPr lang="en-US" altLang="zh-TW" smtClean="0"/>
              <a:pPr/>
              <a:t>47</a:t>
            </a:fld>
            <a:endParaRPr lang="en-US" altLang="zh-TW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1E4ECC-1124-E141-9912-505CC113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55" y="2039695"/>
            <a:ext cx="3033550" cy="28596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62321-7F03-4B1D-BDF6-1F3D71C4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88648-9890-4951-9C51-7AB4B2E5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902413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Logical Operators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Two logical operators: and, or</a:t>
            </a:r>
          </a:p>
          <a:p>
            <a:endParaRPr lang="zh-HK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E71CC-1411-4F60-B2D9-00EA26C20D76}" type="slidenum">
              <a:rPr lang="en-US" altLang="zh-TW" smtClean="0"/>
              <a:pPr/>
              <a:t>48</a:t>
            </a:fld>
            <a:endParaRPr lang="en-US" altLang="zh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166D8-45C3-6846-8D20-E81159066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540" y="1960930"/>
            <a:ext cx="3634335" cy="216800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58ED4-A609-419C-B1EF-C4935216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09FF47-F108-4F73-81D9-1E219445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367691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CE7979-142E-9147-BE66-0C385A99B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1221640"/>
          </a:xfrm>
        </p:spPr>
        <p:txBody>
          <a:bodyPr/>
          <a:lstStyle/>
          <a:p>
            <a:r>
              <a:rPr lang="en-HK" dirty="0"/>
              <a:t>Python must use indentation (whitespace at the beginning of a line) to define scope in the code. 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6E3270-B3BC-6F48-AD22-8508D453B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63" y="2419046"/>
            <a:ext cx="68961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03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 … </a:t>
            </a:r>
            <a:r>
              <a:rPr lang="en-US" dirty="0" err="1"/>
              <a:t>elif</a:t>
            </a:r>
            <a:r>
              <a:rPr lang="en-US" dirty="0"/>
              <a:t> … else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F9C90D1-1AF8-D049-931E-85AAA2AC0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1388" y="1270000"/>
            <a:ext cx="37084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26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82B2A1-CBEB-B94A-BDDA-D3F0B67A6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1317" y="1350110"/>
            <a:ext cx="32004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577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… in ...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7A04B3-8DD7-2A4D-9F3F-771B2023F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16230"/>
          </a:xfrm>
        </p:spPr>
        <p:txBody>
          <a:bodyPr/>
          <a:lstStyle/>
          <a:p>
            <a:r>
              <a:rPr lang="en-HK" dirty="0"/>
              <a:t>A for loop is used for iterating over a list, a tuple, a dictionary, a set, or a string.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E58E48-01CA-B442-B2B0-020AA6AF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5" y="2113636"/>
            <a:ext cx="3563409" cy="1679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E5F71F-2EA2-E74B-A49D-4E5130BA5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104" y="2052217"/>
            <a:ext cx="3643197" cy="25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659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… in range(begin, end, step)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7A04B3-8DD7-2A4D-9F3F-771B2023F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916230"/>
          </a:xfrm>
        </p:spPr>
        <p:txBody>
          <a:bodyPr>
            <a:normAutofit fontScale="85000" lnSpcReduction="20000"/>
          </a:bodyPr>
          <a:lstStyle/>
          <a:p>
            <a:r>
              <a:rPr lang="en-HK" dirty="0"/>
              <a:t>You can use range(begin, end, step) function in for loop to get a sequential value.</a:t>
            </a:r>
          </a:p>
          <a:p>
            <a:r>
              <a:rPr lang="en-HK" dirty="0"/>
              <a:t>By default, value of step is 1.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CE983-CC96-B247-AFCB-BDD4FB708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40" y="2146978"/>
            <a:ext cx="2777949" cy="1525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35BB07-E46C-2B46-8696-25F087112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230" y="2146978"/>
            <a:ext cx="724929" cy="18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631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 </a:t>
            </a:r>
            <a:r>
              <a:rPr lang="en-US" dirty="0" err="1"/>
              <a:t>a_function</a:t>
            </a:r>
            <a:r>
              <a:rPr lang="en-US" dirty="0"/>
              <a:t>():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8A446C-DD29-0343-914D-D8C4B4E5B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43" y="1808225"/>
            <a:ext cx="3264353" cy="16966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D88CE2-168A-8744-9296-C598C951B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023" y="1018932"/>
            <a:ext cx="4745585" cy="16966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860743-4382-D74B-A2B5-3D6BA018E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023" y="2774688"/>
            <a:ext cx="3710710" cy="169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793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Input: input(prompt)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1CF425-5A2B-2F4B-A6B5-1338C87F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1221640"/>
          </a:xfrm>
        </p:spPr>
        <p:txBody>
          <a:bodyPr/>
          <a:lstStyle/>
          <a:p>
            <a:r>
              <a:rPr lang="en-US" dirty="0"/>
              <a:t>You can use the built-in function input(prompt) with a prompt message to let user to input a value.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86C6A-CDFA-C34D-AFE3-7EC8C881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30" y="2419046"/>
            <a:ext cx="5415776" cy="221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246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Input: input (prompt)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1CF425-5A2B-2F4B-A6B5-1338C87F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7635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default data type of input() is str, you need to use casting to change the data type.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9EE75-DD53-F845-B771-52E5D322A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835" y="1957463"/>
            <a:ext cx="4931763" cy="284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8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3998"/>
            <a:ext cx="9144000" cy="418950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877409" y="2393397"/>
            <a:ext cx="3359510" cy="763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 Study Guide</a:t>
            </a:r>
          </a:p>
        </p:txBody>
      </p:sp>
    </p:spTree>
    <p:extLst>
      <p:ext uri="{BB962C8B-B14F-4D97-AF65-F5344CB8AC3E}">
        <p14:creationId xmlns:p14="http://schemas.microsoft.com/office/powerpoint/2010/main" val="3809369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725349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H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 err="1"/>
              <a:t>Joshir</a:t>
            </a:r>
            <a:r>
              <a:rPr lang="en-US" altLang="zh-HK" sz="2200" dirty="0"/>
              <a:t>, P. (2017). </a:t>
            </a:r>
            <a:r>
              <a:rPr lang="en-US" altLang="zh-HK" sz="2200" i="1" dirty="0">
                <a:solidFill>
                  <a:srgbClr val="7030A0"/>
                </a:solidFill>
              </a:rPr>
              <a:t>Artificial Intelligence with Python</a:t>
            </a:r>
            <a:r>
              <a:rPr lang="en-US" altLang="zh-HK" sz="2200" dirty="0"/>
              <a:t> (1st ed.). Birmingham: </a:t>
            </a:r>
            <a:r>
              <a:rPr lang="en-US" altLang="zh-HK" sz="2200" dirty="0" err="1"/>
              <a:t>Packt</a:t>
            </a:r>
            <a:r>
              <a:rPr lang="en-US" altLang="zh-HK" sz="2200" dirty="0"/>
              <a:t> Publishing.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/>
              <a:t>Russell, S. and </a:t>
            </a:r>
            <a:r>
              <a:rPr lang="en-US" altLang="zh-HK" sz="2200" dirty="0" err="1"/>
              <a:t>Norvig</a:t>
            </a:r>
            <a:r>
              <a:rPr lang="en-US" altLang="zh-HK" sz="2200" dirty="0"/>
              <a:t>, P. (2010). </a:t>
            </a:r>
            <a:r>
              <a:rPr lang="en-US" altLang="zh-HK" sz="2200" i="1" dirty="0">
                <a:solidFill>
                  <a:srgbClr val="7030A0"/>
                </a:solidFill>
              </a:rPr>
              <a:t>Artificial Intelligence: A Modern Approach</a:t>
            </a:r>
            <a:r>
              <a:rPr lang="en-US" altLang="zh-HK" sz="2200" dirty="0"/>
              <a:t> (3rd ed.). Upper Saddle River, NJ: Pearson.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/>
              <a:t>Gaddis, T. (2018). </a:t>
            </a:r>
            <a:r>
              <a:rPr lang="en-US" altLang="zh-HK" sz="2200" i="1" dirty="0">
                <a:solidFill>
                  <a:srgbClr val="7030A0"/>
                </a:solidFill>
              </a:rPr>
              <a:t>Starting Out with Python</a:t>
            </a:r>
            <a:r>
              <a:rPr lang="en-US" altLang="zh-HK" sz="2200" dirty="0"/>
              <a:t> </a:t>
            </a:r>
            <a:r>
              <a:rPr lang="en-US" altLang="zh-TW" sz="2200" dirty="0"/>
              <a:t>(</a:t>
            </a:r>
            <a:r>
              <a:rPr lang="en-US" altLang="zh-HK" sz="2200" dirty="0"/>
              <a:t>4th ed.</a:t>
            </a:r>
            <a:r>
              <a:rPr lang="en-US" altLang="zh-TW" sz="2200" dirty="0"/>
              <a:t>).</a:t>
            </a:r>
            <a:r>
              <a:rPr lang="en-US" altLang="zh-HK" sz="2200" dirty="0"/>
              <a:t> Pearson.</a:t>
            </a:r>
          </a:p>
          <a:p>
            <a:pPr marL="0" indent="0">
              <a:buNone/>
            </a:pPr>
            <a:endParaRPr lang="en-US" altLang="zh-HK" sz="22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H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Site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200" dirty="0">
                <a:hlinkClick r:id="rId3"/>
              </a:rPr>
              <a:t>https://www.w3schools.com/python/</a:t>
            </a:r>
            <a:endParaRPr lang="en-US" altLang="zh-HK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L1 – AI: An Overview &amp; Python Basics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8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2826</Words>
  <Application>Microsoft Office PowerPoint</Application>
  <PresentationFormat>On-screen Show (16:9)</PresentationFormat>
  <Paragraphs>441</Paragraphs>
  <Slides>58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Cambria</vt:lpstr>
      <vt:lpstr>Consolas</vt:lpstr>
      <vt:lpstr>Courier New</vt:lpstr>
      <vt:lpstr>Times New Roman</vt:lpstr>
      <vt:lpstr>Wingdings</vt:lpstr>
      <vt:lpstr>Office Theme</vt:lpstr>
      <vt:lpstr>Lecture 1 – AI: An Overview  &amp; Python Basics</vt:lpstr>
      <vt:lpstr>On completion of the module, students are expected to be able to:</vt:lpstr>
      <vt:lpstr>Module Plan</vt:lpstr>
      <vt:lpstr>Lesson Outline</vt:lpstr>
      <vt:lpstr>1. Artificial Intelligence: An Overview</vt:lpstr>
      <vt:lpstr>What is Artificial Intelligence?</vt:lpstr>
      <vt:lpstr>History of Artificial Intelligence</vt:lpstr>
      <vt:lpstr>History of Artificial Intelligence (2)</vt:lpstr>
      <vt:lpstr>History of Artificial Intelligence (4)</vt:lpstr>
      <vt:lpstr>Turing Machine</vt:lpstr>
      <vt:lpstr>The Turing Test</vt:lpstr>
      <vt:lpstr>Programming Paradigms</vt:lpstr>
      <vt:lpstr>Declarative Programming</vt:lpstr>
      <vt:lpstr>Imperative Programming</vt:lpstr>
      <vt:lpstr>AI vs Traditional Computing</vt:lpstr>
      <vt:lpstr>AI vs Traditional Computing (2)</vt:lpstr>
      <vt:lpstr>Common Domains of AI</vt:lpstr>
      <vt:lpstr>Applications of Artificial Intelligence</vt:lpstr>
      <vt:lpstr>Applications of AI (2)</vt:lpstr>
      <vt:lpstr>Applications of AI (3)</vt:lpstr>
      <vt:lpstr>Applications of AI (4)</vt:lpstr>
      <vt:lpstr>Autonomous Driving</vt:lpstr>
      <vt:lpstr>Robotics and Automation</vt:lpstr>
      <vt:lpstr>Natural Language Processing</vt:lpstr>
      <vt:lpstr>2. Python Basics</vt:lpstr>
      <vt:lpstr>What is Python?</vt:lpstr>
      <vt:lpstr>What is Python? (2)</vt:lpstr>
      <vt:lpstr>Why Python?</vt:lpstr>
      <vt:lpstr>Why Python?</vt:lpstr>
      <vt:lpstr>Why Python?</vt:lpstr>
      <vt:lpstr>Timeline of Programming Languages</vt:lpstr>
      <vt:lpstr>Applications for Python</vt:lpstr>
      <vt:lpstr>3. Colaboratory</vt:lpstr>
      <vt:lpstr>Installation of Colab</vt:lpstr>
      <vt:lpstr>Installation of Colab</vt:lpstr>
      <vt:lpstr>Start to use Colab</vt:lpstr>
      <vt:lpstr>Start to use Colab</vt:lpstr>
      <vt:lpstr>Start to use Colab</vt:lpstr>
      <vt:lpstr>Start to use Colab</vt:lpstr>
      <vt:lpstr>More operation in Colab</vt:lpstr>
      <vt:lpstr>More operation in Colab</vt:lpstr>
      <vt:lpstr>4. Python Language Basics</vt:lpstr>
      <vt:lpstr>Variables &amp; Data Types</vt:lpstr>
      <vt:lpstr>Variables &amp; Data Types</vt:lpstr>
      <vt:lpstr>Variables &amp; Data Types</vt:lpstr>
      <vt:lpstr>Casting</vt:lpstr>
      <vt:lpstr>Relational Operators</vt:lpstr>
      <vt:lpstr>Logical Operators</vt:lpstr>
      <vt:lpstr>if</vt:lpstr>
      <vt:lpstr>if … elif … else</vt:lpstr>
      <vt:lpstr>while</vt:lpstr>
      <vt:lpstr>for … in ...</vt:lpstr>
      <vt:lpstr>for … in range(begin, end, step)</vt:lpstr>
      <vt:lpstr>def a_function():</vt:lpstr>
      <vt:lpstr>User Input: input(prompt)</vt:lpstr>
      <vt:lpstr>User Input: input (prompt)</vt:lpstr>
      <vt:lpstr>PowerPoint Presentation</vt:lpstr>
      <vt:lpstr>Self Study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ITP4514 - Lecture 1</dc:title>
  <dc:creator>Mr. Alan Po</dc:creator>
  <cp:lastModifiedBy>David HO</cp:lastModifiedBy>
  <cp:revision>54</cp:revision>
  <dcterms:created xsi:type="dcterms:W3CDTF">2017-08-01T15:40:51Z</dcterms:created>
  <dcterms:modified xsi:type="dcterms:W3CDTF">2024-09-05T03:23:45Z</dcterms:modified>
</cp:coreProperties>
</file>